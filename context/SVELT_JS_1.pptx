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5" r:id="rId6"/>
    <p:sldId id="267" r:id="rId7"/>
    <p:sldId id="268" r:id="rId8"/>
    <p:sldId id="298" r:id="rId9"/>
    <p:sldId id="269" r:id="rId10"/>
    <p:sldId id="270" r:id="rId11"/>
    <p:sldId id="272" r:id="rId12"/>
    <p:sldId id="271" r:id="rId13"/>
    <p:sldId id="273" r:id="rId14"/>
    <p:sldId id="274" r:id="rId15"/>
    <p:sldId id="275" r:id="rId16"/>
    <p:sldId id="276" r:id="rId17"/>
    <p:sldId id="277" r:id="rId18"/>
    <p:sldId id="278" r:id="rId19"/>
    <p:sldId id="279" r:id="rId20"/>
    <p:sldId id="299" r:id="rId21"/>
    <p:sldId id="266" r:id="rId22"/>
    <p:sldId id="259" r:id="rId2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F301A37-7840-44F3-9073-85C1950B895B}"/>
              </a:ext>
            </a:extLst>
          </p:cNvPr>
          <p:cNvSpPr>
            <a:spLocks noGrp="1"/>
          </p:cNvSpPr>
          <p:nvPr>
            <p:ph type="dt" sz="half" idx="10"/>
          </p:nvPr>
        </p:nvSpPr>
        <p:spPr>
          <a:xfrm>
            <a:off x="56457" y="6413706"/>
            <a:ext cx="2743200" cy="365125"/>
          </a:xfrm>
        </p:spPr>
        <p:txBody>
          <a:bodyPr/>
          <a:lstStyle/>
          <a:p>
            <a:fld id="{9B7E162A-3D35-42EE-9566-FBBAD9408C19}" type="datetimeFigureOut">
              <a:rPr lang="es-CO" smtClean="0"/>
              <a:t>3/11/2025</a:t>
            </a:fld>
            <a:endParaRPr lang="es-CO"/>
          </a:p>
        </p:txBody>
      </p:sp>
      <p:sp>
        <p:nvSpPr>
          <p:cNvPr id="6" name="Slide Number Placeholder 5">
            <a:extLst>
              <a:ext uri="{FF2B5EF4-FFF2-40B4-BE49-F238E27FC236}">
                <a16:creationId xmlns:a16="http://schemas.microsoft.com/office/drawing/2014/main" id="{4DB303F9-19F9-4E1A-8296-F6010489944C}"/>
              </a:ext>
            </a:extLst>
          </p:cNvPr>
          <p:cNvSpPr>
            <a:spLocks noGrp="1"/>
          </p:cNvSpPr>
          <p:nvPr>
            <p:ph type="sldNum" sz="quarter" idx="12"/>
          </p:nvPr>
        </p:nvSpPr>
        <p:spPr/>
        <p:txBody>
          <a:bodyPr/>
          <a:lstStyle/>
          <a:p>
            <a:fld id="{47827900-6BFE-48E4-B8D2-945F0A57789F}" type="slidenum">
              <a:rPr lang="es-CO" smtClean="0"/>
              <a:t>‹#›</a:t>
            </a:fld>
            <a:endParaRPr lang="es-CO"/>
          </a:p>
        </p:txBody>
      </p:sp>
      <p:sp>
        <p:nvSpPr>
          <p:cNvPr id="7" name="Rectangle 6">
            <a:extLst>
              <a:ext uri="{FF2B5EF4-FFF2-40B4-BE49-F238E27FC236}">
                <a16:creationId xmlns:a16="http://schemas.microsoft.com/office/drawing/2014/main" id="{97343993-15DB-4D68-80AE-15F0627D6507}"/>
              </a:ext>
            </a:extLst>
          </p:cNvPr>
          <p:cNvSpPr/>
          <p:nvPr userDrawn="1"/>
        </p:nvSpPr>
        <p:spPr>
          <a:xfrm>
            <a:off x="6294382" y="0"/>
            <a:ext cx="5897618"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a:p>
        </p:txBody>
      </p:sp>
      <p:sp>
        <p:nvSpPr>
          <p:cNvPr id="10" name="Title 1">
            <a:extLst>
              <a:ext uri="{FF2B5EF4-FFF2-40B4-BE49-F238E27FC236}">
                <a16:creationId xmlns:a16="http://schemas.microsoft.com/office/drawing/2014/main" id="{02714F51-26B3-454F-8625-E90E6BE7CEDD}"/>
              </a:ext>
            </a:extLst>
          </p:cNvPr>
          <p:cNvSpPr>
            <a:spLocks noGrp="1"/>
          </p:cNvSpPr>
          <p:nvPr>
            <p:ph type="ctrTitle"/>
          </p:nvPr>
        </p:nvSpPr>
        <p:spPr>
          <a:xfrm>
            <a:off x="6680803" y="806937"/>
            <a:ext cx="5160872" cy="2728913"/>
          </a:xfrm>
        </p:spPr>
        <p:txBody>
          <a:bodyPr anchor="b"/>
          <a:lstStyle>
            <a:lvl1pPr algn="ctr">
              <a:defRPr sz="6000">
                <a:solidFill>
                  <a:schemeClr val="bg1"/>
                </a:solidFill>
              </a:defRPr>
            </a:lvl1pPr>
          </a:lstStyle>
          <a:p>
            <a:r>
              <a:rPr lang="en-US" dirty="0"/>
              <a:t>Click to edit Master title style</a:t>
            </a:r>
            <a:endParaRPr lang="es-CO" dirty="0"/>
          </a:p>
        </p:txBody>
      </p:sp>
      <p:sp>
        <p:nvSpPr>
          <p:cNvPr id="12" name="Google Shape;111;p22">
            <a:extLst>
              <a:ext uri="{FF2B5EF4-FFF2-40B4-BE49-F238E27FC236}">
                <a16:creationId xmlns:a16="http://schemas.microsoft.com/office/drawing/2014/main" id="{59C401D8-8287-46BA-80A5-09AD1A420995}"/>
              </a:ext>
            </a:extLst>
          </p:cNvPr>
          <p:cNvSpPr/>
          <p:nvPr userDrawn="1"/>
        </p:nvSpPr>
        <p:spPr>
          <a:xfrm>
            <a:off x="3980021" y="5588144"/>
            <a:ext cx="816022" cy="427879"/>
          </a:xfrm>
          <a:custGeom>
            <a:avLst/>
            <a:gdLst/>
            <a:ahLst/>
            <a:cxnLst/>
            <a:rect l="l" t="t" r="r" b="b"/>
            <a:pathLst>
              <a:path w="34008" h="17832" extrusionOk="0">
                <a:moveTo>
                  <a:pt x="4203" y="0"/>
                </a:moveTo>
                <a:cubicBezTo>
                  <a:pt x="1847" y="0"/>
                  <a:pt x="0" y="1847"/>
                  <a:pt x="0" y="4203"/>
                </a:cubicBezTo>
                <a:lnTo>
                  <a:pt x="0" y="13629"/>
                </a:lnTo>
                <a:cubicBezTo>
                  <a:pt x="0" y="15921"/>
                  <a:pt x="1847" y="17832"/>
                  <a:pt x="4203" y="17832"/>
                </a:cubicBezTo>
                <a:lnTo>
                  <a:pt x="29804" y="17832"/>
                </a:lnTo>
                <a:cubicBezTo>
                  <a:pt x="32160" y="17832"/>
                  <a:pt x="34007" y="15921"/>
                  <a:pt x="34007" y="13629"/>
                </a:cubicBezTo>
                <a:lnTo>
                  <a:pt x="34007" y="4203"/>
                </a:lnTo>
                <a:cubicBezTo>
                  <a:pt x="34007" y="1847"/>
                  <a:pt x="32160" y="0"/>
                  <a:pt x="2980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2;p22">
            <a:extLst>
              <a:ext uri="{FF2B5EF4-FFF2-40B4-BE49-F238E27FC236}">
                <a16:creationId xmlns:a16="http://schemas.microsoft.com/office/drawing/2014/main" id="{E99368F7-7B46-4E83-A18E-0E23D00B96E7}"/>
              </a:ext>
            </a:extLst>
          </p:cNvPr>
          <p:cNvSpPr/>
          <p:nvPr userDrawn="1"/>
        </p:nvSpPr>
        <p:spPr>
          <a:xfrm>
            <a:off x="5208161" y="1837834"/>
            <a:ext cx="406499" cy="127245"/>
          </a:xfrm>
          <a:custGeom>
            <a:avLst/>
            <a:gdLst/>
            <a:ahLst/>
            <a:cxnLst/>
            <a:rect l="l" t="t" r="r" b="b"/>
            <a:pathLst>
              <a:path w="16941" h="5303" extrusionOk="0">
                <a:moveTo>
                  <a:pt x="8470" y="0"/>
                </a:moveTo>
                <a:cubicBezTo>
                  <a:pt x="5413" y="0"/>
                  <a:pt x="2357" y="1131"/>
                  <a:pt x="0" y="3392"/>
                </a:cubicBezTo>
                <a:lnTo>
                  <a:pt x="1783" y="5302"/>
                </a:lnTo>
                <a:cubicBezTo>
                  <a:pt x="3662" y="3487"/>
                  <a:pt x="6082" y="2580"/>
                  <a:pt x="8502" y="2580"/>
                </a:cubicBezTo>
                <a:cubicBezTo>
                  <a:pt x="10922" y="2580"/>
                  <a:pt x="13342" y="3487"/>
                  <a:pt x="15221" y="5302"/>
                </a:cubicBezTo>
                <a:lnTo>
                  <a:pt x="16940" y="3392"/>
                </a:lnTo>
                <a:cubicBezTo>
                  <a:pt x="14584" y="1131"/>
                  <a:pt x="11527" y="0"/>
                  <a:pt x="847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3;p22">
            <a:extLst>
              <a:ext uri="{FF2B5EF4-FFF2-40B4-BE49-F238E27FC236}">
                <a16:creationId xmlns:a16="http://schemas.microsoft.com/office/drawing/2014/main" id="{4EEC8D6A-67FD-46FC-B91C-6A3777880FBF}"/>
              </a:ext>
            </a:extLst>
          </p:cNvPr>
          <p:cNvSpPr/>
          <p:nvPr userDrawn="1"/>
        </p:nvSpPr>
        <p:spPr>
          <a:xfrm>
            <a:off x="5296798" y="1965416"/>
            <a:ext cx="229224" cy="91349"/>
          </a:xfrm>
          <a:custGeom>
            <a:avLst/>
            <a:gdLst/>
            <a:ahLst/>
            <a:cxnLst/>
            <a:rect l="l" t="t" r="r" b="b"/>
            <a:pathLst>
              <a:path w="9553" h="3807" extrusionOk="0">
                <a:moveTo>
                  <a:pt x="4752" y="1"/>
                </a:moveTo>
                <a:cubicBezTo>
                  <a:pt x="3025" y="1"/>
                  <a:pt x="1306" y="654"/>
                  <a:pt x="0" y="1959"/>
                </a:cubicBezTo>
                <a:lnTo>
                  <a:pt x="1783" y="3806"/>
                </a:lnTo>
                <a:cubicBezTo>
                  <a:pt x="2611" y="3010"/>
                  <a:pt x="3678" y="2612"/>
                  <a:pt x="4744" y="2612"/>
                </a:cubicBezTo>
                <a:cubicBezTo>
                  <a:pt x="5811" y="2612"/>
                  <a:pt x="6878" y="3010"/>
                  <a:pt x="7706" y="3806"/>
                </a:cubicBezTo>
                <a:lnTo>
                  <a:pt x="9553" y="1959"/>
                </a:lnTo>
                <a:cubicBezTo>
                  <a:pt x="8215" y="654"/>
                  <a:pt x="6480" y="1"/>
                  <a:pt x="475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4;p22">
            <a:extLst>
              <a:ext uri="{FF2B5EF4-FFF2-40B4-BE49-F238E27FC236}">
                <a16:creationId xmlns:a16="http://schemas.microsoft.com/office/drawing/2014/main" id="{E7156838-6082-4FA9-93D6-88DAEF8CE3AE}"/>
              </a:ext>
            </a:extLst>
          </p:cNvPr>
          <p:cNvSpPr/>
          <p:nvPr userDrawn="1"/>
        </p:nvSpPr>
        <p:spPr>
          <a:xfrm>
            <a:off x="5362497" y="2082703"/>
            <a:ext cx="114624" cy="98403"/>
          </a:xfrm>
          <a:custGeom>
            <a:avLst/>
            <a:gdLst/>
            <a:ahLst/>
            <a:cxnLst/>
            <a:rect l="l" t="t" r="r" b="b"/>
            <a:pathLst>
              <a:path w="4777" h="4101" extrusionOk="0">
                <a:moveTo>
                  <a:pt x="2038" y="1"/>
                </a:moveTo>
                <a:cubicBezTo>
                  <a:pt x="892" y="1"/>
                  <a:pt x="0" y="892"/>
                  <a:pt x="0" y="2039"/>
                </a:cubicBezTo>
                <a:cubicBezTo>
                  <a:pt x="0" y="3288"/>
                  <a:pt x="992" y="4101"/>
                  <a:pt x="2047" y="4101"/>
                </a:cubicBezTo>
                <a:cubicBezTo>
                  <a:pt x="2552" y="4101"/>
                  <a:pt x="3071" y="3915"/>
                  <a:pt x="3503" y="3503"/>
                </a:cubicBezTo>
                <a:cubicBezTo>
                  <a:pt x="4777" y="2166"/>
                  <a:pt x="3885" y="1"/>
                  <a:pt x="203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5;p22">
            <a:extLst>
              <a:ext uri="{FF2B5EF4-FFF2-40B4-BE49-F238E27FC236}">
                <a16:creationId xmlns:a16="http://schemas.microsoft.com/office/drawing/2014/main" id="{ABC7AB63-B70E-4920-8648-382DD9A01177}"/>
              </a:ext>
            </a:extLst>
          </p:cNvPr>
          <p:cNvSpPr/>
          <p:nvPr userDrawn="1"/>
        </p:nvSpPr>
        <p:spPr>
          <a:xfrm>
            <a:off x="5116476" y="1704878"/>
            <a:ext cx="589869" cy="163910"/>
          </a:xfrm>
          <a:custGeom>
            <a:avLst/>
            <a:gdLst/>
            <a:ahLst/>
            <a:cxnLst/>
            <a:rect l="l" t="t" r="r" b="b"/>
            <a:pathLst>
              <a:path w="24583" h="6831" extrusionOk="0">
                <a:moveTo>
                  <a:pt x="12291" y="1"/>
                </a:moveTo>
                <a:cubicBezTo>
                  <a:pt x="7865" y="1"/>
                  <a:pt x="3439" y="1641"/>
                  <a:pt x="0" y="4920"/>
                </a:cubicBezTo>
                <a:lnTo>
                  <a:pt x="1783" y="6831"/>
                </a:lnTo>
                <a:cubicBezTo>
                  <a:pt x="4713" y="3997"/>
                  <a:pt x="8502" y="2580"/>
                  <a:pt x="12291" y="2580"/>
                </a:cubicBezTo>
                <a:cubicBezTo>
                  <a:pt x="16081" y="2580"/>
                  <a:pt x="19870" y="3997"/>
                  <a:pt x="22799" y="6831"/>
                </a:cubicBezTo>
                <a:lnTo>
                  <a:pt x="24582" y="4920"/>
                </a:lnTo>
                <a:cubicBezTo>
                  <a:pt x="21143" y="1641"/>
                  <a:pt x="16717" y="1"/>
                  <a:pt x="1229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6;p22">
            <a:extLst>
              <a:ext uri="{FF2B5EF4-FFF2-40B4-BE49-F238E27FC236}">
                <a16:creationId xmlns:a16="http://schemas.microsoft.com/office/drawing/2014/main" id="{70F981DA-7B6D-4494-9231-86380A6EBF6C}"/>
              </a:ext>
            </a:extLst>
          </p:cNvPr>
          <p:cNvSpPr/>
          <p:nvPr userDrawn="1"/>
        </p:nvSpPr>
        <p:spPr>
          <a:xfrm>
            <a:off x="1511683" y="1524964"/>
            <a:ext cx="3448945" cy="3969997"/>
          </a:xfrm>
          <a:custGeom>
            <a:avLst/>
            <a:gdLst/>
            <a:ahLst/>
            <a:cxnLst/>
            <a:rect l="l" t="t" r="r" b="b"/>
            <a:pathLst>
              <a:path w="143736" h="165451" extrusionOk="0">
                <a:moveTo>
                  <a:pt x="75084" y="96481"/>
                </a:moveTo>
                <a:cubicBezTo>
                  <a:pt x="75020" y="96545"/>
                  <a:pt x="74957" y="96609"/>
                  <a:pt x="74893" y="96609"/>
                </a:cubicBezTo>
                <a:cubicBezTo>
                  <a:pt x="74957" y="96545"/>
                  <a:pt x="75020" y="96545"/>
                  <a:pt x="75084" y="96481"/>
                </a:cubicBezTo>
                <a:close/>
                <a:moveTo>
                  <a:pt x="74000" y="97376"/>
                </a:moveTo>
                <a:cubicBezTo>
                  <a:pt x="73937" y="97501"/>
                  <a:pt x="73874" y="97565"/>
                  <a:pt x="73874" y="97691"/>
                </a:cubicBezTo>
                <a:lnTo>
                  <a:pt x="73874" y="97628"/>
                </a:lnTo>
                <a:cubicBezTo>
                  <a:pt x="73874" y="97564"/>
                  <a:pt x="73937" y="97501"/>
                  <a:pt x="74000" y="97376"/>
                </a:cubicBezTo>
                <a:close/>
                <a:moveTo>
                  <a:pt x="73618" y="98331"/>
                </a:moveTo>
                <a:lnTo>
                  <a:pt x="73618" y="98331"/>
                </a:lnTo>
                <a:cubicBezTo>
                  <a:pt x="73556" y="98458"/>
                  <a:pt x="73556" y="98648"/>
                  <a:pt x="73556" y="98838"/>
                </a:cubicBezTo>
                <a:lnTo>
                  <a:pt x="73556" y="98774"/>
                </a:lnTo>
                <a:cubicBezTo>
                  <a:pt x="73556" y="98648"/>
                  <a:pt x="73556" y="98458"/>
                  <a:pt x="73618" y="98331"/>
                </a:cubicBezTo>
                <a:close/>
                <a:moveTo>
                  <a:pt x="87375" y="108709"/>
                </a:moveTo>
                <a:cubicBezTo>
                  <a:pt x="87311" y="108709"/>
                  <a:pt x="87248" y="108772"/>
                  <a:pt x="87184" y="108836"/>
                </a:cubicBezTo>
                <a:lnTo>
                  <a:pt x="87120" y="108772"/>
                </a:lnTo>
                <a:cubicBezTo>
                  <a:pt x="87184" y="108772"/>
                  <a:pt x="87311" y="108709"/>
                  <a:pt x="87375" y="108709"/>
                </a:cubicBezTo>
                <a:close/>
                <a:moveTo>
                  <a:pt x="86929" y="108836"/>
                </a:moveTo>
                <a:cubicBezTo>
                  <a:pt x="86866" y="108900"/>
                  <a:pt x="86802" y="108963"/>
                  <a:pt x="86738" y="108963"/>
                </a:cubicBezTo>
                <a:lnTo>
                  <a:pt x="86675" y="108963"/>
                </a:lnTo>
                <a:cubicBezTo>
                  <a:pt x="86738" y="108963"/>
                  <a:pt x="86802" y="108900"/>
                  <a:pt x="86929" y="108836"/>
                </a:cubicBezTo>
                <a:close/>
                <a:moveTo>
                  <a:pt x="85783" y="109728"/>
                </a:moveTo>
                <a:cubicBezTo>
                  <a:pt x="85783" y="109855"/>
                  <a:pt x="85719" y="109919"/>
                  <a:pt x="85719" y="110046"/>
                </a:cubicBezTo>
                <a:lnTo>
                  <a:pt x="85656" y="110046"/>
                </a:lnTo>
                <a:cubicBezTo>
                  <a:pt x="85719" y="109919"/>
                  <a:pt x="85719" y="109855"/>
                  <a:pt x="85783" y="109728"/>
                </a:cubicBezTo>
                <a:close/>
                <a:moveTo>
                  <a:pt x="85592" y="110173"/>
                </a:moveTo>
                <a:cubicBezTo>
                  <a:pt x="85528" y="110301"/>
                  <a:pt x="85528" y="110428"/>
                  <a:pt x="85528" y="110492"/>
                </a:cubicBezTo>
                <a:lnTo>
                  <a:pt x="85465" y="110492"/>
                </a:lnTo>
                <a:cubicBezTo>
                  <a:pt x="85465" y="110428"/>
                  <a:pt x="85528" y="110301"/>
                  <a:pt x="85592" y="110173"/>
                </a:cubicBezTo>
                <a:close/>
                <a:moveTo>
                  <a:pt x="85401" y="110683"/>
                </a:moveTo>
                <a:cubicBezTo>
                  <a:pt x="85401" y="110810"/>
                  <a:pt x="85401" y="111001"/>
                  <a:pt x="85401" y="111192"/>
                </a:cubicBezTo>
                <a:lnTo>
                  <a:pt x="85337" y="111129"/>
                </a:lnTo>
                <a:cubicBezTo>
                  <a:pt x="85337" y="111001"/>
                  <a:pt x="85401" y="110810"/>
                  <a:pt x="85401" y="110683"/>
                </a:cubicBezTo>
                <a:close/>
                <a:moveTo>
                  <a:pt x="96291" y="112156"/>
                </a:moveTo>
                <a:cubicBezTo>
                  <a:pt x="96294" y="112284"/>
                  <a:pt x="96355" y="112469"/>
                  <a:pt x="96355" y="112593"/>
                </a:cubicBezTo>
                <a:lnTo>
                  <a:pt x="96355" y="112657"/>
                </a:lnTo>
                <a:cubicBezTo>
                  <a:pt x="96355" y="112470"/>
                  <a:pt x="96294" y="112284"/>
                  <a:pt x="96291" y="112156"/>
                </a:cubicBezTo>
                <a:close/>
                <a:moveTo>
                  <a:pt x="90432" y="113758"/>
                </a:moveTo>
                <a:lnTo>
                  <a:pt x="90432" y="113758"/>
                </a:lnTo>
                <a:cubicBezTo>
                  <a:pt x="90432" y="113879"/>
                  <a:pt x="90438" y="113997"/>
                  <a:pt x="90559" y="114058"/>
                </a:cubicBezTo>
                <a:lnTo>
                  <a:pt x="90559" y="114122"/>
                </a:lnTo>
                <a:cubicBezTo>
                  <a:pt x="90438" y="114001"/>
                  <a:pt x="90432" y="113879"/>
                  <a:pt x="90432" y="113758"/>
                </a:cubicBezTo>
                <a:close/>
                <a:moveTo>
                  <a:pt x="91260" y="113740"/>
                </a:moveTo>
                <a:cubicBezTo>
                  <a:pt x="91260" y="113994"/>
                  <a:pt x="91132" y="114185"/>
                  <a:pt x="90878" y="114185"/>
                </a:cubicBezTo>
                <a:lnTo>
                  <a:pt x="90814" y="114185"/>
                </a:lnTo>
                <a:cubicBezTo>
                  <a:pt x="91069" y="114185"/>
                  <a:pt x="91260" y="113994"/>
                  <a:pt x="91260" y="113740"/>
                </a:cubicBezTo>
                <a:close/>
                <a:moveTo>
                  <a:pt x="73556" y="122167"/>
                </a:moveTo>
                <a:cubicBezTo>
                  <a:pt x="73556" y="122287"/>
                  <a:pt x="73552" y="122408"/>
                  <a:pt x="73492" y="122528"/>
                </a:cubicBezTo>
                <a:lnTo>
                  <a:pt x="73492" y="122464"/>
                </a:lnTo>
                <a:cubicBezTo>
                  <a:pt x="73552" y="122404"/>
                  <a:pt x="73556" y="122287"/>
                  <a:pt x="73556" y="122167"/>
                </a:cubicBezTo>
                <a:close/>
                <a:moveTo>
                  <a:pt x="73236" y="122848"/>
                </a:moveTo>
                <a:cubicBezTo>
                  <a:pt x="73173" y="122911"/>
                  <a:pt x="73109" y="122974"/>
                  <a:pt x="72983" y="123037"/>
                </a:cubicBezTo>
                <a:lnTo>
                  <a:pt x="72983" y="122974"/>
                </a:lnTo>
                <a:cubicBezTo>
                  <a:pt x="73109" y="122974"/>
                  <a:pt x="73173" y="122911"/>
                  <a:pt x="73236" y="122848"/>
                </a:cubicBezTo>
                <a:close/>
                <a:moveTo>
                  <a:pt x="142143" y="18914"/>
                </a:moveTo>
                <a:lnTo>
                  <a:pt x="142143" y="121891"/>
                </a:lnTo>
                <a:cubicBezTo>
                  <a:pt x="142143" y="124884"/>
                  <a:pt x="139660" y="127368"/>
                  <a:pt x="136667" y="127368"/>
                </a:cubicBezTo>
                <a:lnTo>
                  <a:pt x="97947" y="127368"/>
                </a:lnTo>
                <a:lnTo>
                  <a:pt x="97947" y="117306"/>
                </a:lnTo>
                <a:lnTo>
                  <a:pt x="120172" y="117306"/>
                </a:lnTo>
                <a:lnTo>
                  <a:pt x="120172" y="115714"/>
                </a:lnTo>
                <a:lnTo>
                  <a:pt x="97947" y="115714"/>
                </a:lnTo>
                <a:lnTo>
                  <a:pt x="97947" y="112593"/>
                </a:lnTo>
                <a:cubicBezTo>
                  <a:pt x="97947" y="112339"/>
                  <a:pt x="97883" y="112084"/>
                  <a:pt x="97819" y="111829"/>
                </a:cubicBezTo>
                <a:lnTo>
                  <a:pt x="133673" y="111829"/>
                </a:lnTo>
                <a:lnTo>
                  <a:pt x="133673" y="110237"/>
                </a:lnTo>
                <a:lnTo>
                  <a:pt x="97119" y="110237"/>
                </a:lnTo>
                <a:cubicBezTo>
                  <a:pt x="96355" y="109154"/>
                  <a:pt x="95145" y="108581"/>
                  <a:pt x="93871" y="108581"/>
                </a:cubicBezTo>
                <a:lnTo>
                  <a:pt x="93744" y="108581"/>
                </a:lnTo>
                <a:cubicBezTo>
                  <a:pt x="92916" y="108581"/>
                  <a:pt x="92152" y="108836"/>
                  <a:pt x="91515" y="109345"/>
                </a:cubicBezTo>
                <a:cubicBezTo>
                  <a:pt x="90814" y="108008"/>
                  <a:pt x="89477" y="107180"/>
                  <a:pt x="88012" y="107116"/>
                </a:cubicBezTo>
                <a:lnTo>
                  <a:pt x="87885" y="107116"/>
                </a:lnTo>
                <a:cubicBezTo>
                  <a:pt x="87120" y="107116"/>
                  <a:pt x="86293" y="107371"/>
                  <a:pt x="85656" y="107817"/>
                </a:cubicBezTo>
                <a:cubicBezTo>
                  <a:pt x="84933" y="106371"/>
                  <a:pt x="83472" y="105534"/>
                  <a:pt x="81957" y="105534"/>
                </a:cubicBezTo>
                <a:cubicBezTo>
                  <a:pt x="81336" y="105534"/>
                  <a:pt x="80707" y="105674"/>
                  <a:pt x="80115" y="105970"/>
                </a:cubicBezTo>
                <a:lnTo>
                  <a:pt x="80115" y="98965"/>
                </a:lnTo>
                <a:cubicBezTo>
                  <a:pt x="80115" y="96736"/>
                  <a:pt x="78396" y="94889"/>
                  <a:pt x="76167" y="94762"/>
                </a:cubicBezTo>
                <a:lnTo>
                  <a:pt x="76039" y="94762"/>
                </a:lnTo>
                <a:cubicBezTo>
                  <a:pt x="73747" y="94762"/>
                  <a:pt x="71964" y="96609"/>
                  <a:pt x="71964" y="98838"/>
                </a:cubicBezTo>
                <a:lnTo>
                  <a:pt x="71964" y="121000"/>
                </a:lnTo>
                <a:lnTo>
                  <a:pt x="67824" y="118516"/>
                </a:lnTo>
                <a:cubicBezTo>
                  <a:pt x="67060" y="118134"/>
                  <a:pt x="66232" y="117879"/>
                  <a:pt x="65404" y="117879"/>
                </a:cubicBezTo>
                <a:cubicBezTo>
                  <a:pt x="61647" y="117879"/>
                  <a:pt x="59545" y="122337"/>
                  <a:pt x="62029" y="125203"/>
                </a:cubicBezTo>
                <a:lnTo>
                  <a:pt x="62093" y="125266"/>
                </a:lnTo>
                <a:lnTo>
                  <a:pt x="62156" y="125266"/>
                </a:lnTo>
                <a:lnTo>
                  <a:pt x="64258" y="127368"/>
                </a:lnTo>
                <a:lnTo>
                  <a:pt x="7070" y="127368"/>
                </a:lnTo>
                <a:cubicBezTo>
                  <a:pt x="4077" y="127368"/>
                  <a:pt x="1593" y="124948"/>
                  <a:pt x="1593" y="121891"/>
                </a:cubicBezTo>
                <a:lnTo>
                  <a:pt x="1593" y="18914"/>
                </a:lnTo>
                <a:close/>
                <a:moveTo>
                  <a:pt x="7070" y="0"/>
                </a:moveTo>
                <a:cubicBezTo>
                  <a:pt x="3185" y="0"/>
                  <a:pt x="1" y="3184"/>
                  <a:pt x="1" y="7069"/>
                </a:cubicBezTo>
                <a:lnTo>
                  <a:pt x="1" y="121891"/>
                </a:lnTo>
                <a:cubicBezTo>
                  <a:pt x="1" y="125776"/>
                  <a:pt x="3185" y="128960"/>
                  <a:pt x="7070" y="128960"/>
                </a:cubicBezTo>
                <a:lnTo>
                  <a:pt x="65914" y="128960"/>
                </a:lnTo>
                <a:lnTo>
                  <a:pt x="73811" y="136666"/>
                </a:lnTo>
                <a:cubicBezTo>
                  <a:pt x="74002" y="136857"/>
                  <a:pt x="74129" y="137112"/>
                  <a:pt x="74129" y="137366"/>
                </a:cubicBezTo>
                <a:lnTo>
                  <a:pt x="74129" y="143607"/>
                </a:lnTo>
                <a:lnTo>
                  <a:pt x="73365" y="143607"/>
                </a:lnTo>
                <a:lnTo>
                  <a:pt x="73365" y="163859"/>
                </a:lnTo>
                <a:lnTo>
                  <a:pt x="74129" y="163859"/>
                </a:lnTo>
                <a:lnTo>
                  <a:pt x="74129" y="165451"/>
                </a:lnTo>
                <a:lnTo>
                  <a:pt x="94699" y="165451"/>
                </a:lnTo>
                <a:lnTo>
                  <a:pt x="94699" y="163859"/>
                </a:lnTo>
                <a:lnTo>
                  <a:pt x="97055" y="163859"/>
                </a:lnTo>
                <a:lnTo>
                  <a:pt x="97055" y="143607"/>
                </a:lnTo>
                <a:lnTo>
                  <a:pt x="94699" y="143607"/>
                </a:lnTo>
                <a:lnTo>
                  <a:pt x="94699" y="137175"/>
                </a:lnTo>
                <a:cubicBezTo>
                  <a:pt x="94699" y="136857"/>
                  <a:pt x="94763" y="136602"/>
                  <a:pt x="94954" y="136347"/>
                </a:cubicBezTo>
                <a:lnTo>
                  <a:pt x="97183" y="132781"/>
                </a:lnTo>
                <a:cubicBezTo>
                  <a:pt x="97692" y="132017"/>
                  <a:pt x="97947" y="131189"/>
                  <a:pt x="97947" y="130297"/>
                </a:cubicBezTo>
                <a:lnTo>
                  <a:pt x="97947" y="128960"/>
                </a:lnTo>
                <a:lnTo>
                  <a:pt x="136667" y="128960"/>
                </a:lnTo>
                <a:cubicBezTo>
                  <a:pt x="140551" y="128960"/>
                  <a:pt x="143672" y="125776"/>
                  <a:pt x="143736" y="121891"/>
                </a:cubicBezTo>
                <a:lnTo>
                  <a:pt x="143736" y="7069"/>
                </a:lnTo>
                <a:cubicBezTo>
                  <a:pt x="143672" y="3121"/>
                  <a:pt x="140551" y="0"/>
                  <a:pt x="13666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7;p22">
            <a:extLst>
              <a:ext uri="{FF2B5EF4-FFF2-40B4-BE49-F238E27FC236}">
                <a16:creationId xmlns:a16="http://schemas.microsoft.com/office/drawing/2014/main" id="{138D5881-163E-45A3-94A9-53649A539A40}"/>
              </a:ext>
            </a:extLst>
          </p:cNvPr>
          <p:cNvSpPr/>
          <p:nvPr userDrawn="1"/>
        </p:nvSpPr>
        <p:spPr>
          <a:xfrm>
            <a:off x="1774524" y="3280726"/>
            <a:ext cx="938276" cy="936765"/>
          </a:xfrm>
          <a:custGeom>
            <a:avLst/>
            <a:gdLst/>
            <a:ahLst/>
            <a:cxnLst/>
            <a:rect l="l" t="t" r="r" b="b"/>
            <a:pathLst>
              <a:path w="39103" h="39040" extrusionOk="0">
                <a:moveTo>
                  <a:pt x="19551" y="6369"/>
                </a:moveTo>
                <a:cubicBezTo>
                  <a:pt x="20761" y="6369"/>
                  <a:pt x="21971" y="6497"/>
                  <a:pt x="23118" y="6879"/>
                </a:cubicBezTo>
                <a:cubicBezTo>
                  <a:pt x="30123" y="8789"/>
                  <a:pt x="34199" y="16113"/>
                  <a:pt x="32225" y="23118"/>
                </a:cubicBezTo>
                <a:cubicBezTo>
                  <a:pt x="30632" y="28786"/>
                  <a:pt x="25474" y="32671"/>
                  <a:pt x="19551" y="32734"/>
                </a:cubicBezTo>
                <a:cubicBezTo>
                  <a:pt x="18341" y="32671"/>
                  <a:pt x="17131" y="32543"/>
                  <a:pt x="15985" y="32225"/>
                </a:cubicBezTo>
                <a:cubicBezTo>
                  <a:pt x="9617" y="30442"/>
                  <a:pt x="5605" y="24201"/>
                  <a:pt x="6496" y="17705"/>
                </a:cubicBezTo>
                <a:cubicBezTo>
                  <a:pt x="7388" y="11209"/>
                  <a:pt x="12992" y="6369"/>
                  <a:pt x="19551" y="6369"/>
                </a:cubicBezTo>
                <a:close/>
                <a:moveTo>
                  <a:pt x="18469" y="1"/>
                </a:moveTo>
                <a:lnTo>
                  <a:pt x="18596" y="2421"/>
                </a:lnTo>
                <a:cubicBezTo>
                  <a:pt x="16049" y="2548"/>
                  <a:pt x="13501" y="3249"/>
                  <a:pt x="11273" y="4523"/>
                </a:cubicBezTo>
                <a:lnTo>
                  <a:pt x="10063" y="2485"/>
                </a:lnTo>
                <a:cubicBezTo>
                  <a:pt x="8152" y="3504"/>
                  <a:pt x="6433" y="4905"/>
                  <a:pt x="4968" y="6560"/>
                </a:cubicBezTo>
                <a:lnTo>
                  <a:pt x="6751" y="8152"/>
                </a:lnTo>
                <a:cubicBezTo>
                  <a:pt x="5031" y="10063"/>
                  <a:pt x="3821" y="12356"/>
                  <a:pt x="3121" y="14776"/>
                </a:cubicBezTo>
                <a:lnTo>
                  <a:pt x="765" y="14139"/>
                </a:lnTo>
                <a:lnTo>
                  <a:pt x="765" y="14202"/>
                </a:lnTo>
                <a:cubicBezTo>
                  <a:pt x="255" y="15922"/>
                  <a:pt x="64" y="17705"/>
                  <a:pt x="0" y="19488"/>
                </a:cubicBezTo>
                <a:lnTo>
                  <a:pt x="0" y="20635"/>
                </a:lnTo>
                <a:lnTo>
                  <a:pt x="2420" y="20507"/>
                </a:lnTo>
                <a:cubicBezTo>
                  <a:pt x="2548" y="23055"/>
                  <a:pt x="3312" y="25538"/>
                  <a:pt x="4522" y="27831"/>
                </a:cubicBezTo>
                <a:lnTo>
                  <a:pt x="2420" y="28977"/>
                </a:lnTo>
                <a:cubicBezTo>
                  <a:pt x="3503" y="30888"/>
                  <a:pt x="4904" y="32607"/>
                  <a:pt x="6496" y="34072"/>
                </a:cubicBezTo>
                <a:lnTo>
                  <a:pt x="8088" y="32289"/>
                </a:lnTo>
                <a:cubicBezTo>
                  <a:pt x="9999" y="34008"/>
                  <a:pt x="12291" y="35282"/>
                  <a:pt x="14775" y="35982"/>
                </a:cubicBezTo>
                <a:lnTo>
                  <a:pt x="14202" y="38275"/>
                </a:lnTo>
                <a:lnTo>
                  <a:pt x="14266" y="38275"/>
                </a:lnTo>
                <a:cubicBezTo>
                  <a:pt x="15985" y="38784"/>
                  <a:pt x="17768" y="39039"/>
                  <a:pt x="19615" y="39039"/>
                </a:cubicBezTo>
                <a:lnTo>
                  <a:pt x="20761" y="39039"/>
                </a:lnTo>
                <a:lnTo>
                  <a:pt x="20634" y="36619"/>
                </a:lnTo>
                <a:cubicBezTo>
                  <a:pt x="23181" y="36492"/>
                  <a:pt x="25665" y="35728"/>
                  <a:pt x="27958" y="34454"/>
                </a:cubicBezTo>
                <a:lnTo>
                  <a:pt x="29104" y="36619"/>
                </a:lnTo>
                <a:cubicBezTo>
                  <a:pt x="31015" y="35537"/>
                  <a:pt x="32734" y="34136"/>
                  <a:pt x="34199" y="32480"/>
                </a:cubicBezTo>
                <a:lnTo>
                  <a:pt x="32416" y="30888"/>
                </a:lnTo>
                <a:cubicBezTo>
                  <a:pt x="34071" y="28977"/>
                  <a:pt x="35345" y="26685"/>
                  <a:pt x="36046" y="24265"/>
                </a:cubicBezTo>
                <a:lnTo>
                  <a:pt x="38402" y="24901"/>
                </a:lnTo>
                <a:cubicBezTo>
                  <a:pt x="38848" y="23182"/>
                  <a:pt x="39102" y="21399"/>
                  <a:pt x="39102" y="19552"/>
                </a:cubicBezTo>
                <a:cubicBezTo>
                  <a:pt x="39102" y="19170"/>
                  <a:pt x="39102" y="18788"/>
                  <a:pt x="39102" y="18406"/>
                </a:cubicBezTo>
                <a:lnTo>
                  <a:pt x="36619" y="18469"/>
                </a:lnTo>
                <a:cubicBezTo>
                  <a:pt x="36491" y="15922"/>
                  <a:pt x="35727" y="13438"/>
                  <a:pt x="34517" y="11209"/>
                </a:cubicBezTo>
                <a:lnTo>
                  <a:pt x="36619" y="10063"/>
                </a:lnTo>
                <a:cubicBezTo>
                  <a:pt x="35536" y="8089"/>
                  <a:pt x="34199" y="6369"/>
                  <a:pt x="32543" y="4905"/>
                </a:cubicBezTo>
                <a:lnTo>
                  <a:pt x="30951" y="6751"/>
                </a:lnTo>
                <a:cubicBezTo>
                  <a:pt x="29040" y="5032"/>
                  <a:pt x="26748" y="3758"/>
                  <a:pt x="24264" y="3058"/>
                </a:cubicBezTo>
                <a:lnTo>
                  <a:pt x="24901" y="765"/>
                </a:lnTo>
                <a:cubicBezTo>
                  <a:pt x="23181" y="256"/>
                  <a:pt x="21398" y="1"/>
                  <a:pt x="1961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8;p22">
            <a:extLst>
              <a:ext uri="{FF2B5EF4-FFF2-40B4-BE49-F238E27FC236}">
                <a16:creationId xmlns:a16="http://schemas.microsoft.com/office/drawing/2014/main" id="{9B64CD43-DB4E-42C8-AA2E-A208797CF047}"/>
              </a:ext>
            </a:extLst>
          </p:cNvPr>
          <p:cNvSpPr/>
          <p:nvPr userDrawn="1"/>
        </p:nvSpPr>
        <p:spPr>
          <a:xfrm>
            <a:off x="3392771" y="3347984"/>
            <a:ext cx="24" cy="24"/>
          </a:xfrm>
          <a:custGeom>
            <a:avLst/>
            <a:gdLst/>
            <a:ahLst/>
            <a:cxnLst/>
            <a:rect l="l" t="t" r="r" b="b"/>
            <a:pathLst>
              <a:path w="1" h="1" extrusionOk="0">
                <a:moveTo>
                  <a:pt x="1" y="0"/>
                </a:moveTo>
                <a:lnTo>
                  <a:pt x="1"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9;p22">
            <a:extLst>
              <a:ext uri="{FF2B5EF4-FFF2-40B4-BE49-F238E27FC236}">
                <a16:creationId xmlns:a16="http://schemas.microsoft.com/office/drawing/2014/main" id="{1FBA0A23-AEB8-4E6E-AF87-A006EFC2BB85}"/>
              </a:ext>
            </a:extLst>
          </p:cNvPr>
          <p:cNvSpPr/>
          <p:nvPr userDrawn="1"/>
        </p:nvSpPr>
        <p:spPr>
          <a:xfrm>
            <a:off x="2769309" y="3176515"/>
            <a:ext cx="669341" cy="660798"/>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0;p22">
            <a:extLst>
              <a:ext uri="{FF2B5EF4-FFF2-40B4-BE49-F238E27FC236}">
                <a16:creationId xmlns:a16="http://schemas.microsoft.com/office/drawing/2014/main" id="{508D2503-4D8D-49EA-A8B3-62CCAB91E81B}"/>
              </a:ext>
            </a:extLst>
          </p:cNvPr>
          <p:cNvSpPr/>
          <p:nvPr userDrawn="1"/>
        </p:nvSpPr>
        <p:spPr>
          <a:xfrm>
            <a:off x="520104" y="2462140"/>
            <a:ext cx="426367" cy="424831"/>
          </a:xfrm>
          <a:custGeom>
            <a:avLst/>
            <a:gdLst/>
            <a:ahLst/>
            <a:cxnLst/>
            <a:rect l="l" t="t" r="r" b="b"/>
            <a:pathLst>
              <a:path w="17769" h="17705" extrusionOk="0">
                <a:moveTo>
                  <a:pt x="8916" y="2867"/>
                </a:moveTo>
                <a:cubicBezTo>
                  <a:pt x="9426" y="2867"/>
                  <a:pt x="9999" y="2930"/>
                  <a:pt x="10572" y="3058"/>
                </a:cubicBezTo>
                <a:cubicBezTo>
                  <a:pt x="13119" y="3822"/>
                  <a:pt x="14902" y="6178"/>
                  <a:pt x="14902" y="8853"/>
                </a:cubicBezTo>
                <a:cubicBezTo>
                  <a:pt x="14902" y="9426"/>
                  <a:pt x="14839" y="9936"/>
                  <a:pt x="14648" y="10509"/>
                </a:cubicBezTo>
                <a:cubicBezTo>
                  <a:pt x="13947" y="13056"/>
                  <a:pt x="11591" y="14839"/>
                  <a:pt x="8916" y="14839"/>
                </a:cubicBezTo>
                <a:cubicBezTo>
                  <a:pt x="5605" y="14839"/>
                  <a:pt x="2930" y="12164"/>
                  <a:pt x="2930" y="8853"/>
                </a:cubicBezTo>
                <a:cubicBezTo>
                  <a:pt x="2930" y="8280"/>
                  <a:pt x="2994" y="7770"/>
                  <a:pt x="3121" y="7197"/>
                </a:cubicBezTo>
                <a:cubicBezTo>
                  <a:pt x="3885" y="4650"/>
                  <a:pt x="6178" y="2867"/>
                  <a:pt x="8852" y="2867"/>
                </a:cubicBezTo>
                <a:close/>
                <a:moveTo>
                  <a:pt x="8343" y="1"/>
                </a:moveTo>
                <a:lnTo>
                  <a:pt x="8407" y="1083"/>
                </a:lnTo>
                <a:cubicBezTo>
                  <a:pt x="7260" y="1147"/>
                  <a:pt x="6114" y="1529"/>
                  <a:pt x="5095" y="2102"/>
                </a:cubicBezTo>
                <a:lnTo>
                  <a:pt x="4586" y="1083"/>
                </a:lnTo>
                <a:cubicBezTo>
                  <a:pt x="3694" y="1593"/>
                  <a:pt x="2930" y="2230"/>
                  <a:pt x="2293" y="2930"/>
                </a:cubicBezTo>
                <a:lnTo>
                  <a:pt x="3057" y="3695"/>
                </a:lnTo>
                <a:cubicBezTo>
                  <a:pt x="2293" y="4522"/>
                  <a:pt x="1720" y="5605"/>
                  <a:pt x="1401" y="6688"/>
                </a:cubicBezTo>
                <a:lnTo>
                  <a:pt x="319" y="6433"/>
                </a:lnTo>
                <a:cubicBezTo>
                  <a:pt x="128" y="7197"/>
                  <a:pt x="0" y="7961"/>
                  <a:pt x="0" y="8789"/>
                </a:cubicBezTo>
                <a:lnTo>
                  <a:pt x="0" y="9299"/>
                </a:lnTo>
                <a:lnTo>
                  <a:pt x="1083" y="9235"/>
                </a:lnTo>
                <a:cubicBezTo>
                  <a:pt x="1147" y="10445"/>
                  <a:pt x="1465" y="11528"/>
                  <a:pt x="2038" y="12610"/>
                </a:cubicBezTo>
                <a:lnTo>
                  <a:pt x="1083" y="13120"/>
                </a:lnTo>
                <a:cubicBezTo>
                  <a:pt x="1592" y="14011"/>
                  <a:pt x="2229" y="14776"/>
                  <a:pt x="2930" y="15412"/>
                </a:cubicBezTo>
                <a:lnTo>
                  <a:pt x="3694" y="14648"/>
                </a:lnTo>
                <a:cubicBezTo>
                  <a:pt x="4586" y="15412"/>
                  <a:pt x="5605" y="15986"/>
                  <a:pt x="6751" y="16304"/>
                </a:cubicBezTo>
                <a:lnTo>
                  <a:pt x="6432" y="17387"/>
                </a:lnTo>
                <a:cubicBezTo>
                  <a:pt x="7197" y="17578"/>
                  <a:pt x="8025" y="17705"/>
                  <a:pt x="8852" y="17705"/>
                </a:cubicBezTo>
                <a:lnTo>
                  <a:pt x="9362" y="17705"/>
                </a:lnTo>
                <a:lnTo>
                  <a:pt x="9298" y="16622"/>
                </a:lnTo>
                <a:cubicBezTo>
                  <a:pt x="10508" y="16559"/>
                  <a:pt x="11591" y="16177"/>
                  <a:pt x="12673" y="15603"/>
                </a:cubicBezTo>
                <a:lnTo>
                  <a:pt x="13183" y="16622"/>
                </a:lnTo>
                <a:cubicBezTo>
                  <a:pt x="14075" y="16113"/>
                  <a:pt x="14839" y="15476"/>
                  <a:pt x="15476" y="14712"/>
                </a:cubicBezTo>
                <a:lnTo>
                  <a:pt x="14711" y="14011"/>
                </a:lnTo>
                <a:cubicBezTo>
                  <a:pt x="15476" y="13120"/>
                  <a:pt x="16049" y="12101"/>
                  <a:pt x="16367" y="10954"/>
                </a:cubicBezTo>
                <a:lnTo>
                  <a:pt x="17450" y="11273"/>
                </a:lnTo>
                <a:cubicBezTo>
                  <a:pt x="17641" y="10509"/>
                  <a:pt x="17768" y="9681"/>
                  <a:pt x="17768" y="8853"/>
                </a:cubicBezTo>
                <a:lnTo>
                  <a:pt x="17768" y="8343"/>
                </a:lnTo>
                <a:lnTo>
                  <a:pt x="16686" y="8407"/>
                </a:lnTo>
                <a:cubicBezTo>
                  <a:pt x="16622" y="7261"/>
                  <a:pt x="16240" y="6115"/>
                  <a:pt x="15667" y="5096"/>
                </a:cubicBezTo>
                <a:lnTo>
                  <a:pt x="16686" y="4522"/>
                </a:lnTo>
                <a:cubicBezTo>
                  <a:pt x="16176" y="3695"/>
                  <a:pt x="15539" y="2867"/>
                  <a:pt x="14775" y="2230"/>
                </a:cubicBezTo>
                <a:lnTo>
                  <a:pt x="14075" y="2994"/>
                </a:lnTo>
                <a:cubicBezTo>
                  <a:pt x="13183" y="2230"/>
                  <a:pt x="12164" y="1657"/>
                  <a:pt x="11018" y="1338"/>
                </a:cubicBezTo>
                <a:lnTo>
                  <a:pt x="11336" y="319"/>
                </a:lnTo>
                <a:cubicBezTo>
                  <a:pt x="10508" y="65"/>
                  <a:pt x="9680" y="1"/>
                  <a:pt x="885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1;p22">
            <a:extLst>
              <a:ext uri="{FF2B5EF4-FFF2-40B4-BE49-F238E27FC236}">
                <a16:creationId xmlns:a16="http://schemas.microsoft.com/office/drawing/2014/main" id="{BEA46FAB-9826-41F4-9B1D-71A265A00AF0}"/>
              </a:ext>
            </a:extLst>
          </p:cNvPr>
          <p:cNvSpPr/>
          <p:nvPr userDrawn="1"/>
        </p:nvSpPr>
        <p:spPr>
          <a:xfrm>
            <a:off x="969204" y="2421669"/>
            <a:ext cx="301065" cy="297994"/>
          </a:xfrm>
          <a:custGeom>
            <a:avLst/>
            <a:gdLst/>
            <a:ahLst/>
            <a:cxnLst/>
            <a:rect l="l" t="t" r="r" b="b"/>
            <a:pathLst>
              <a:path w="12547" h="12419" extrusionOk="0">
                <a:moveTo>
                  <a:pt x="6242" y="2484"/>
                </a:moveTo>
                <a:cubicBezTo>
                  <a:pt x="6624" y="2484"/>
                  <a:pt x="6942" y="2484"/>
                  <a:pt x="7260" y="2611"/>
                </a:cubicBezTo>
                <a:cubicBezTo>
                  <a:pt x="8916" y="3057"/>
                  <a:pt x="9999" y="4522"/>
                  <a:pt x="9999" y="6178"/>
                </a:cubicBezTo>
                <a:cubicBezTo>
                  <a:pt x="9999" y="6560"/>
                  <a:pt x="9935" y="6878"/>
                  <a:pt x="9872" y="7197"/>
                </a:cubicBezTo>
                <a:cubicBezTo>
                  <a:pt x="9426" y="8789"/>
                  <a:pt x="7961" y="9935"/>
                  <a:pt x="6305" y="9935"/>
                </a:cubicBezTo>
                <a:cubicBezTo>
                  <a:pt x="5923" y="9935"/>
                  <a:pt x="5605" y="9871"/>
                  <a:pt x="5286" y="9808"/>
                </a:cubicBezTo>
                <a:cubicBezTo>
                  <a:pt x="3630" y="9298"/>
                  <a:pt x="2548" y="7833"/>
                  <a:pt x="2548" y="6178"/>
                </a:cubicBezTo>
                <a:cubicBezTo>
                  <a:pt x="2548" y="5859"/>
                  <a:pt x="2612" y="5477"/>
                  <a:pt x="2675" y="5159"/>
                </a:cubicBezTo>
                <a:cubicBezTo>
                  <a:pt x="3121" y="3567"/>
                  <a:pt x="4586" y="2484"/>
                  <a:pt x="6242" y="2484"/>
                </a:cubicBezTo>
                <a:close/>
                <a:moveTo>
                  <a:pt x="6242" y="0"/>
                </a:moveTo>
                <a:cubicBezTo>
                  <a:pt x="5859" y="0"/>
                  <a:pt x="5477" y="0"/>
                  <a:pt x="5095" y="64"/>
                </a:cubicBezTo>
                <a:lnTo>
                  <a:pt x="5223" y="828"/>
                </a:lnTo>
                <a:cubicBezTo>
                  <a:pt x="4649" y="956"/>
                  <a:pt x="4140" y="1147"/>
                  <a:pt x="3630" y="1401"/>
                </a:cubicBezTo>
                <a:lnTo>
                  <a:pt x="3248" y="701"/>
                </a:lnTo>
                <a:cubicBezTo>
                  <a:pt x="2357" y="1147"/>
                  <a:pt x="1656" y="1847"/>
                  <a:pt x="1083" y="2675"/>
                </a:cubicBezTo>
                <a:lnTo>
                  <a:pt x="1720" y="3057"/>
                </a:lnTo>
                <a:cubicBezTo>
                  <a:pt x="1338" y="3567"/>
                  <a:pt x="1147" y="4076"/>
                  <a:pt x="956" y="4649"/>
                </a:cubicBezTo>
                <a:lnTo>
                  <a:pt x="255" y="4458"/>
                </a:lnTo>
                <a:lnTo>
                  <a:pt x="255" y="4522"/>
                </a:lnTo>
                <a:cubicBezTo>
                  <a:pt x="128" y="5095"/>
                  <a:pt x="1" y="5668"/>
                  <a:pt x="1" y="6241"/>
                </a:cubicBezTo>
                <a:cubicBezTo>
                  <a:pt x="1" y="6623"/>
                  <a:pt x="64" y="7006"/>
                  <a:pt x="128" y="7388"/>
                </a:cubicBezTo>
                <a:lnTo>
                  <a:pt x="828" y="7260"/>
                </a:lnTo>
                <a:cubicBezTo>
                  <a:pt x="956" y="7833"/>
                  <a:pt x="1147" y="8343"/>
                  <a:pt x="1465" y="8852"/>
                </a:cubicBezTo>
                <a:lnTo>
                  <a:pt x="765" y="9171"/>
                </a:lnTo>
                <a:cubicBezTo>
                  <a:pt x="1274" y="10062"/>
                  <a:pt x="1911" y="10827"/>
                  <a:pt x="2739" y="11336"/>
                </a:cubicBezTo>
                <a:lnTo>
                  <a:pt x="3185" y="10763"/>
                </a:lnTo>
                <a:cubicBezTo>
                  <a:pt x="3630" y="11081"/>
                  <a:pt x="4204" y="11336"/>
                  <a:pt x="4777" y="11463"/>
                </a:cubicBezTo>
                <a:lnTo>
                  <a:pt x="4522" y="12228"/>
                </a:lnTo>
                <a:lnTo>
                  <a:pt x="4586" y="12228"/>
                </a:lnTo>
                <a:cubicBezTo>
                  <a:pt x="5159" y="12355"/>
                  <a:pt x="5732" y="12419"/>
                  <a:pt x="6305" y="12419"/>
                </a:cubicBezTo>
                <a:cubicBezTo>
                  <a:pt x="6751" y="12419"/>
                  <a:pt x="7133" y="12419"/>
                  <a:pt x="7515" y="12291"/>
                </a:cubicBezTo>
                <a:lnTo>
                  <a:pt x="7388" y="11591"/>
                </a:lnTo>
                <a:cubicBezTo>
                  <a:pt x="7961" y="11463"/>
                  <a:pt x="8470" y="11272"/>
                  <a:pt x="8980" y="11018"/>
                </a:cubicBezTo>
                <a:lnTo>
                  <a:pt x="9362" y="11654"/>
                </a:lnTo>
                <a:cubicBezTo>
                  <a:pt x="10190" y="11145"/>
                  <a:pt x="10954" y="10508"/>
                  <a:pt x="11464" y="9680"/>
                </a:cubicBezTo>
                <a:lnTo>
                  <a:pt x="10890" y="9234"/>
                </a:lnTo>
                <a:cubicBezTo>
                  <a:pt x="11209" y="8789"/>
                  <a:pt x="11464" y="8216"/>
                  <a:pt x="11591" y="7642"/>
                </a:cubicBezTo>
                <a:lnTo>
                  <a:pt x="12292" y="7897"/>
                </a:lnTo>
                <a:cubicBezTo>
                  <a:pt x="12483" y="7388"/>
                  <a:pt x="12546" y="6751"/>
                  <a:pt x="12546" y="6178"/>
                </a:cubicBezTo>
                <a:cubicBezTo>
                  <a:pt x="12546" y="5796"/>
                  <a:pt x="12483" y="5413"/>
                  <a:pt x="12419" y="5031"/>
                </a:cubicBezTo>
                <a:lnTo>
                  <a:pt x="11718" y="5159"/>
                </a:lnTo>
                <a:cubicBezTo>
                  <a:pt x="11591" y="4586"/>
                  <a:pt x="11400" y="4076"/>
                  <a:pt x="11082" y="3567"/>
                </a:cubicBezTo>
                <a:lnTo>
                  <a:pt x="11782" y="3185"/>
                </a:lnTo>
                <a:cubicBezTo>
                  <a:pt x="11273" y="2357"/>
                  <a:pt x="10572" y="1592"/>
                  <a:pt x="9808" y="1019"/>
                </a:cubicBezTo>
                <a:lnTo>
                  <a:pt x="9362" y="1656"/>
                </a:lnTo>
                <a:cubicBezTo>
                  <a:pt x="8853" y="1338"/>
                  <a:pt x="8343" y="1083"/>
                  <a:pt x="7770" y="956"/>
                </a:cubicBezTo>
                <a:lnTo>
                  <a:pt x="7961" y="191"/>
                </a:lnTo>
                <a:cubicBezTo>
                  <a:pt x="7452" y="64"/>
                  <a:pt x="6878" y="0"/>
                  <a:pt x="624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2;p22">
            <a:extLst>
              <a:ext uri="{FF2B5EF4-FFF2-40B4-BE49-F238E27FC236}">
                <a16:creationId xmlns:a16="http://schemas.microsoft.com/office/drawing/2014/main" id="{4D416C84-4697-4594-ACCB-E81BF85D2778}"/>
              </a:ext>
            </a:extLst>
          </p:cNvPr>
          <p:cNvSpPr/>
          <p:nvPr userDrawn="1"/>
        </p:nvSpPr>
        <p:spPr>
          <a:xfrm>
            <a:off x="3732012" y="2590030"/>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3;p22">
            <a:extLst>
              <a:ext uri="{FF2B5EF4-FFF2-40B4-BE49-F238E27FC236}">
                <a16:creationId xmlns:a16="http://schemas.microsoft.com/office/drawing/2014/main" id="{E0AAE5B4-FCFA-4552-B549-4BD659894C51}"/>
              </a:ext>
            </a:extLst>
          </p:cNvPr>
          <p:cNvSpPr/>
          <p:nvPr userDrawn="1"/>
        </p:nvSpPr>
        <p:spPr>
          <a:xfrm>
            <a:off x="3732012" y="2721450"/>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24;p22">
            <a:extLst>
              <a:ext uri="{FF2B5EF4-FFF2-40B4-BE49-F238E27FC236}">
                <a16:creationId xmlns:a16="http://schemas.microsoft.com/office/drawing/2014/main" id="{476A7E93-D0D7-4D9E-86A9-A499F7363E1D}"/>
              </a:ext>
            </a:extLst>
          </p:cNvPr>
          <p:cNvSpPr/>
          <p:nvPr userDrawn="1"/>
        </p:nvSpPr>
        <p:spPr>
          <a:xfrm>
            <a:off x="3732012" y="2852871"/>
            <a:ext cx="987178" cy="38224"/>
          </a:xfrm>
          <a:custGeom>
            <a:avLst/>
            <a:gdLst/>
            <a:ahLst/>
            <a:cxnLst/>
            <a:rect l="l" t="t" r="r" b="b"/>
            <a:pathLst>
              <a:path w="41141" h="1593" extrusionOk="0">
                <a:moveTo>
                  <a:pt x="1" y="0"/>
                </a:moveTo>
                <a:lnTo>
                  <a:pt x="1" y="1593"/>
                </a:lnTo>
                <a:lnTo>
                  <a:pt x="41140" y="1593"/>
                </a:lnTo>
                <a:lnTo>
                  <a:pt x="4114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25;p22">
            <a:extLst>
              <a:ext uri="{FF2B5EF4-FFF2-40B4-BE49-F238E27FC236}">
                <a16:creationId xmlns:a16="http://schemas.microsoft.com/office/drawing/2014/main" id="{60079D5E-7F66-49D7-A18F-A5847A5CC428}"/>
              </a:ext>
            </a:extLst>
          </p:cNvPr>
          <p:cNvSpPr/>
          <p:nvPr userDrawn="1"/>
        </p:nvSpPr>
        <p:spPr>
          <a:xfrm>
            <a:off x="3732012" y="311722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26;p22">
            <a:extLst>
              <a:ext uri="{FF2B5EF4-FFF2-40B4-BE49-F238E27FC236}">
                <a16:creationId xmlns:a16="http://schemas.microsoft.com/office/drawing/2014/main" id="{F17F013D-12BB-4640-9879-1800A8973E98}"/>
              </a:ext>
            </a:extLst>
          </p:cNvPr>
          <p:cNvSpPr/>
          <p:nvPr userDrawn="1"/>
        </p:nvSpPr>
        <p:spPr>
          <a:xfrm>
            <a:off x="3732012" y="324864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7;p22">
            <a:extLst>
              <a:ext uri="{FF2B5EF4-FFF2-40B4-BE49-F238E27FC236}">
                <a16:creationId xmlns:a16="http://schemas.microsoft.com/office/drawing/2014/main" id="{893642B0-5796-471B-8EEB-60E084C61D66}"/>
              </a:ext>
            </a:extLst>
          </p:cNvPr>
          <p:cNvSpPr/>
          <p:nvPr userDrawn="1"/>
        </p:nvSpPr>
        <p:spPr>
          <a:xfrm>
            <a:off x="3732012" y="3511486"/>
            <a:ext cx="987178" cy="38224"/>
          </a:xfrm>
          <a:custGeom>
            <a:avLst/>
            <a:gdLst/>
            <a:ahLst/>
            <a:cxnLst/>
            <a:rect l="l" t="t" r="r" b="b"/>
            <a:pathLst>
              <a:path w="41141" h="1593" extrusionOk="0">
                <a:moveTo>
                  <a:pt x="1" y="0"/>
                </a:moveTo>
                <a:lnTo>
                  <a:pt x="1" y="1592"/>
                </a:lnTo>
                <a:lnTo>
                  <a:pt x="41140" y="1592"/>
                </a:lnTo>
                <a:lnTo>
                  <a:pt x="4114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8;p22">
            <a:extLst>
              <a:ext uri="{FF2B5EF4-FFF2-40B4-BE49-F238E27FC236}">
                <a16:creationId xmlns:a16="http://schemas.microsoft.com/office/drawing/2014/main" id="{00E42417-25EE-4D43-A940-08FC0416A7A0}"/>
              </a:ext>
            </a:extLst>
          </p:cNvPr>
          <p:cNvSpPr/>
          <p:nvPr userDrawn="1"/>
        </p:nvSpPr>
        <p:spPr>
          <a:xfrm>
            <a:off x="3732012" y="3642906"/>
            <a:ext cx="987178" cy="38224"/>
          </a:xfrm>
          <a:custGeom>
            <a:avLst/>
            <a:gdLst/>
            <a:ahLst/>
            <a:cxnLst/>
            <a:rect l="l" t="t" r="r" b="b"/>
            <a:pathLst>
              <a:path w="41141" h="1593" extrusionOk="0">
                <a:moveTo>
                  <a:pt x="1" y="0"/>
                </a:moveTo>
                <a:lnTo>
                  <a:pt x="1" y="1592"/>
                </a:lnTo>
                <a:lnTo>
                  <a:pt x="41140" y="1592"/>
                </a:lnTo>
                <a:lnTo>
                  <a:pt x="4114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29;p22">
            <a:extLst>
              <a:ext uri="{FF2B5EF4-FFF2-40B4-BE49-F238E27FC236}">
                <a16:creationId xmlns:a16="http://schemas.microsoft.com/office/drawing/2014/main" id="{CB0130D5-D267-41EF-853F-36E2E31EEEE4}"/>
              </a:ext>
            </a:extLst>
          </p:cNvPr>
          <p:cNvSpPr/>
          <p:nvPr userDrawn="1"/>
        </p:nvSpPr>
        <p:spPr>
          <a:xfrm>
            <a:off x="3732012" y="390572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0;p22">
            <a:extLst>
              <a:ext uri="{FF2B5EF4-FFF2-40B4-BE49-F238E27FC236}">
                <a16:creationId xmlns:a16="http://schemas.microsoft.com/office/drawing/2014/main" id="{A50109D1-1601-45FB-8194-5CE9183D78B9}"/>
              </a:ext>
            </a:extLst>
          </p:cNvPr>
          <p:cNvSpPr/>
          <p:nvPr userDrawn="1"/>
        </p:nvSpPr>
        <p:spPr>
          <a:xfrm>
            <a:off x="1795928" y="2590030"/>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1;p22">
            <a:extLst>
              <a:ext uri="{FF2B5EF4-FFF2-40B4-BE49-F238E27FC236}">
                <a16:creationId xmlns:a16="http://schemas.microsoft.com/office/drawing/2014/main" id="{E6C5B68D-36DB-4962-B4CA-2D23DE245CAE}"/>
              </a:ext>
            </a:extLst>
          </p:cNvPr>
          <p:cNvSpPr/>
          <p:nvPr userDrawn="1"/>
        </p:nvSpPr>
        <p:spPr>
          <a:xfrm>
            <a:off x="1795928" y="2721450"/>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2;p22">
            <a:extLst>
              <a:ext uri="{FF2B5EF4-FFF2-40B4-BE49-F238E27FC236}">
                <a16:creationId xmlns:a16="http://schemas.microsoft.com/office/drawing/2014/main" id="{3F84A0F5-2588-4814-A266-BBCB9BA822EB}"/>
              </a:ext>
            </a:extLst>
          </p:cNvPr>
          <p:cNvSpPr/>
          <p:nvPr userDrawn="1"/>
        </p:nvSpPr>
        <p:spPr>
          <a:xfrm>
            <a:off x="1795928" y="2985803"/>
            <a:ext cx="1147609" cy="38248"/>
          </a:xfrm>
          <a:custGeom>
            <a:avLst/>
            <a:gdLst/>
            <a:ahLst/>
            <a:cxnLst/>
            <a:rect l="l" t="t" r="r" b="b"/>
            <a:pathLst>
              <a:path w="47827" h="1594" extrusionOk="0">
                <a:moveTo>
                  <a:pt x="0" y="1"/>
                </a:moveTo>
                <a:lnTo>
                  <a:pt x="0" y="1593"/>
                </a:lnTo>
                <a:lnTo>
                  <a:pt x="47827" y="1593"/>
                </a:lnTo>
                <a:lnTo>
                  <a:pt x="4782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3;p22">
            <a:extLst>
              <a:ext uri="{FF2B5EF4-FFF2-40B4-BE49-F238E27FC236}">
                <a16:creationId xmlns:a16="http://schemas.microsoft.com/office/drawing/2014/main" id="{E1CD82BC-A41E-4BFF-AFC8-1FC14F0C9D51}"/>
              </a:ext>
            </a:extLst>
          </p:cNvPr>
          <p:cNvSpPr/>
          <p:nvPr userDrawn="1"/>
        </p:nvSpPr>
        <p:spPr>
          <a:xfrm>
            <a:off x="3846612" y="2324141"/>
            <a:ext cx="701422" cy="114648"/>
          </a:xfrm>
          <a:custGeom>
            <a:avLst/>
            <a:gdLst/>
            <a:ahLst/>
            <a:cxnLst/>
            <a:rect l="l" t="t" r="r" b="b"/>
            <a:pathLst>
              <a:path w="29232" h="4778" extrusionOk="0">
                <a:moveTo>
                  <a:pt x="1" y="1"/>
                </a:moveTo>
                <a:lnTo>
                  <a:pt x="1" y="4777"/>
                </a:lnTo>
                <a:lnTo>
                  <a:pt x="29232" y="4777"/>
                </a:lnTo>
                <a:lnTo>
                  <a:pt x="2923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4;p22">
            <a:extLst>
              <a:ext uri="{FF2B5EF4-FFF2-40B4-BE49-F238E27FC236}">
                <a16:creationId xmlns:a16="http://schemas.microsoft.com/office/drawing/2014/main" id="{CF890846-0FA1-4CFB-817B-C2F4A017EA34}"/>
              </a:ext>
            </a:extLst>
          </p:cNvPr>
          <p:cNvSpPr/>
          <p:nvPr userDrawn="1"/>
        </p:nvSpPr>
        <p:spPr>
          <a:xfrm>
            <a:off x="2298671" y="2324141"/>
            <a:ext cx="699886" cy="114648"/>
          </a:xfrm>
          <a:custGeom>
            <a:avLst/>
            <a:gdLst/>
            <a:ahLst/>
            <a:cxnLst/>
            <a:rect l="l" t="t" r="r" b="b"/>
            <a:pathLst>
              <a:path w="29168" h="4778" extrusionOk="0">
                <a:moveTo>
                  <a:pt x="0" y="1"/>
                </a:moveTo>
                <a:lnTo>
                  <a:pt x="0" y="4777"/>
                </a:lnTo>
                <a:lnTo>
                  <a:pt x="29167" y="4777"/>
                </a:lnTo>
                <a:lnTo>
                  <a:pt x="2916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5;p22">
            <a:extLst>
              <a:ext uri="{FF2B5EF4-FFF2-40B4-BE49-F238E27FC236}">
                <a16:creationId xmlns:a16="http://schemas.microsoft.com/office/drawing/2014/main" id="{587249AC-FCBA-4EE0-899D-E41897A3059B}"/>
              </a:ext>
            </a:extLst>
          </p:cNvPr>
          <p:cNvSpPr/>
          <p:nvPr userDrawn="1"/>
        </p:nvSpPr>
        <p:spPr>
          <a:xfrm>
            <a:off x="69883" y="4090629"/>
            <a:ext cx="735039" cy="1488386"/>
          </a:xfrm>
          <a:custGeom>
            <a:avLst/>
            <a:gdLst/>
            <a:ahLst/>
            <a:cxnLst/>
            <a:rect l="l" t="t" r="r" b="b"/>
            <a:pathLst>
              <a:path w="30633" h="62029" extrusionOk="0">
                <a:moveTo>
                  <a:pt x="17705" y="42924"/>
                </a:moveTo>
                <a:lnTo>
                  <a:pt x="17705" y="60437"/>
                </a:lnTo>
                <a:lnTo>
                  <a:pt x="12928" y="60437"/>
                </a:lnTo>
                <a:lnTo>
                  <a:pt x="12928" y="42924"/>
                </a:lnTo>
                <a:close/>
                <a:moveTo>
                  <a:pt x="15348" y="1"/>
                </a:moveTo>
                <a:cubicBezTo>
                  <a:pt x="7133" y="1"/>
                  <a:pt x="446" y="6496"/>
                  <a:pt x="192" y="14712"/>
                </a:cubicBezTo>
                <a:cubicBezTo>
                  <a:pt x="1" y="22927"/>
                  <a:pt x="6369" y="29741"/>
                  <a:pt x="14521" y="30187"/>
                </a:cubicBezTo>
                <a:lnTo>
                  <a:pt x="14521" y="41332"/>
                </a:lnTo>
                <a:lnTo>
                  <a:pt x="12164" y="41332"/>
                </a:lnTo>
                <a:cubicBezTo>
                  <a:pt x="11718" y="41332"/>
                  <a:pt x="11336" y="41714"/>
                  <a:pt x="11336" y="42159"/>
                </a:cubicBezTo>
                <a:lnTo>
                  <a:pt x="11336" y="61265"/>
                </a:lnTo>
                <a:cubicBezTo>
                  <a:pt x="11336" y="61710"/>
                  <a:pt x="11718" y="62029"/>
                  <a:pt x="12164" y="62029"/>
                </a:cubicBezTo>
                <a:lnTo>
                  <a:pt x="18533" y="62029"/>
                </a:lnTo>
                <a:cubicBezTo>
                  <a:pt x="18978" y="62029"/>
                  <a:pt x="19297" y="61710"/>
                  <a:pt x="19297" y="61265"/>
                </a:cubicBezTo>
                <a:lnTo>
                  <a:pt x="19297" y="42159"/>
                </a:lnTo>
                <a:cubicBezTo>
                  <a:pt x="19297" y="41714"/>
                  <a:pt x="18978" y="41332"/>
                  <a:pt x="18533" y="41332"/>
                </a:cubicBezTo>
                <a:lnTo>
                  <a:pt x="16113" y="41332"/>
                </a:lnTo>
                <a:lnTo>
                  <a:pt x="16113" y="30187"/>
                </a:lnTo>
                <a:cubicBezTo>
                  <a:pt x="24328" y="29741"/>
                  <a:pt x="30633" y="22927"/>
                  <a:pt x="30442" y="14712"/>
                </a:cubicBezTo>
                <a:cubicBezTo>
                  <a:pt x="30250" y="6496"/>
                  <a:pt x="23500" y="1"/>
                  <a:pt x="1534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6;p22">
            <a:extLst>
              <a:ext uri="{FF2B5EF4-FFF2-40B4-BE49-F238E27FC236}">
                <a16:creationId xmlns:a16="http://schemas.microsoft.com/office/drawing/2014/main" id="{6F959487-04CF-4097-AA7D-A2C80BFFA894}"/>
              </a:ext>
            </a:extLst>
          </p:cNvPr>
          <p:cNvSpPr/>
          <p:nvPr userDrawn="1"/>
        </p:nvSpPr>
        <p:spPr>
          <a:xfrm>
            <a:off x="406881" y="5126517"/>
            <a:ext cx="76424" cy="382048"/>
          </a:xfrm>
          <a:custGeom>
            <a:avLst/>
            <a:gdLst/>
            <a:ahLst/>
            <a:cxnLst/>
            <a:rect l="l" t="t" r="r" b="b"/>
            <a:pathLst>
              <a:path w="3185" h="15922" extrusionOk="0">
                <a:moveTo>
                  <a:pt x="0" y="1"/>
                </a:moveTo>
                <a:lnTo>
                  <a:pt x="0" y="15922"/>
                </a:lnTo>
                <a:lnTo>
                  <a:pt x="3185" y="15922"/>
                </a:lnTo>
                <a:lnTo>
                  <a:pt x="318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38;p22">
            <a:extLst>
              <a:ext uri="{FF2B5EF4-FFF2-40B4-BE49-F238E27FC236}">
                <a16:creationId xmlns:a16="http://schemas.microsoft.com/office/drawing/2014/main" id="{CBFD737A-C7E0-49E9-BE03-8B54E8E964DA}"/>
              </a:ext>
            </a:extLst>
          </p:cNvPr>
          <p:cNvSpPr/>
          <p:nvPr userDrawn="1"/>
        </p:nvSpPr>
        <p:spPr>
          <a:xfrm>
            <a:off x="4418657" y="356936"/>
            <a:ext cx="1101778" cy="368659"/>
          </a:xfrm>
          <a:custGeom>
            <a:avLst/>
            <a:gdLst/>
            <a:ahLst/>
            <a:cxnLst/>
            <a:rect l="l" t="t" r="r" b="b"/>
            <a:pathLst>
              <a:path w="45917" h="15364" extrusionOk="0">
                <a:moveTo>
                  <a:pt x="18787" y="1927"/>
                </a:moveTo>
                <a:lnTo>
                  <a:pt x="18787" y="1927"/>
                </a:lnTo>
                <a:cubicBezTo>
                  <a:pt x="15539" y="5557"/>
                  <a:pt x="18150" y="11288"/>
                  <a:pt x="22990" y="11288"/>
                </a:cubicBezTo>
                <a:cubicBezTo>
                  <a:pt x="27830" y="11288"/>
                  <a:pt x="30377" y="5557"/>
                  <a:pt x="27193" y="1927"/>
                </a:cubicBezTo>
                <a:lnTo>
                  <a:pt x="27193" y="1927"/>
                </a:lnTo>
                <a:cubicBezTo>
                  <a:pt x="27639" y="1990"/>
                  <a:pt x="28149" y="2054"/>
                  <a:pt x="28594" y="2118"/>
                </a:cubicBezTo>
                <a:cubicBezTo>
                  <a:pt x="31396" y="6512"/>
                  <a:pt x="28212" y="12307"/>
                  <a:pt x="22990" y="12307"/>
                </a:cubicBezTo>
                <a:cubicBezTo>
                  <a:pt x="17768" y="12307"/>
                  <a:pt x="14584" y="6512"/>
                  <a:pt x="17386" y="2118"/>
                </a:cubicBezTo>
                <a:cubicBezTo>
                  <a:pt x="17832" y="2054"/>
                  <a:pt x="18278" y="1990"/>
                  <a:pt x="18787" y="1927"/>
                </a:cubicBezTo>
                <a:close/>
                <a:moveTo>
                  <a:pt x="30569" y="2500"/>
                </a:moveTo>
                <a:cubicBezTo>
                  <a:pt x="35026" y="3455"/>
                  <a:pt x="39293" y="5238"/>
                  <a:pt x="43114" y="7722"/>
                </a:cubicBezTo>
                <a:cubicBezTo>
                  <a:pt x="37641" y="11329"/>
                  <a:pt x="31317" y="13418"/>
                  <a:pt x="24736" y="13692"/>
                </a:cubicBezTo>
                <a:lnTo>
                  <a:pt x="24736" y="13692"/>
                </a:lnTo>
                <a:cubicBezTo>
                  <a:pt x="29704" y="12588"/>
                  <a:pt x="32491" y="7212"/>
                  <a:pt x="30569" y="2500"/>
                </a:cubicBezTo>
                <a:close/>
                <a:moveTo>
                  <a:pt x="15348" y="2500"/>
                </a:moveTo>
                <a:lnTo>
                  <a:pt x="15348" y="2500"/>
                </a:lnTo>
                <a:cubicBezTo>
                  <a:pt x="13310" y="7340"/>
                  <a:pt x="16367" y="12880"/>
                  <a:pt x="21589" y="13772"/>
                </a:cubicBezTo>
                <a:cubicBezTo>
                  <a:pt x="14902" y="13517"/>
                  <a:pt x="8406" y="11415"/>
                  <a:pt x="2802" y="7722"/>
                </a:cubicBezTo>
                <a:cubicBezTo>
                  <a:pt x="6623" y="5174"/>
                  <a:pt x="10890" y="3455"/>
                  <a:pt x="15348" y="2500"/>
                </a:cubicBezTo>
                <a:close/>
                <a:moveTo>
                  <a:pt x="22958" y="0"/>
                </a:moveTo>
                <a:cubicBezTo>
                  <a:pt x="22608" y="0"/>
                  <a:pt x="22258" y="48"/>
                  <a:pt x="21907" y="143"/>
                </a:cubicBezTo>
                <a:cubicBezTo>
                  <a:pt x="14393" y="334"/>
                  <a:pt x="7069" y="2754"/>
                  <a:pt x="892" y="7085"/>
                </a:cubicBezTo>
                <a:lnTo>
                  <a:pt x="0" y="7722"/>
                </a:lnTo>
                <a:lnTo>
                  <a:pt x="892" y="8359"/>
                </a:lnTo>
                <a:cubicBezTo>
                  <a:pt x="7388" y="12944"/>
                  <a:pt x="15030" y="15364"/>
                  <a:pt x="22926" y="15364"/>
                </a:cubicBezTo>
                <a:cubicBezTo>
                  <a:pt x="30823" y="15364"/>
                  <a:pt x="38529" y="12944"/>
                  <a:pt x="44961" y="8359"/>
                </a:cubicBezTo>
                <a:lnTo>
                  <a:pt x="45916" y="7722"/>
                </a:lnTo>
                <a:lnTo>
                  <a:pt x="44961" y="7085"/>
                </a:lnTo>
                <a:cubicBezTo>
                  <a:pt x="38847" y="2754"/>
                  <a:pt x="31524" y="334"/>
                  <a:pt x="24009" y="143"/>
                </a:cubicBezTo>
                <a:cubicBezTo>
                  <a:pt x="23659" y="48"/>
                  <a:pt x="23309" y="0"/>
                  <a:pt x="2295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39;p22">
            <a:extLst>
              <a:ext uri="{FF2B5EF4-FFF2-40B4-BE49-F238E27FC236}">
                <a16:creationId xmlns:a16="http://schemas.microsoft.com/office/drawing/2014/main" id="{C77936D2-F30B-4B71-89E8-AD4D510FAF91}"/>
              </a:ext>
            </a:extLst>
          </p:cNvPr>
          <p:cNvSpPr/>
          <p:nvPr userDrawn="1"/>
        </p:nvSpPr>
        <p:spPr>
          <a:xfrm>
            <a:off x="995191" y="2895654"/>
            <a:ext cx="233831" cy="200046"/>
          </a:xfrm>
          <a:custGeom>
            <a:avLst/>
            <a:gdLst/>
            <a:ahLst/>
            <a:cxnLst/>
            <a:rect l="l" t="t" r="r" b="b"/>
            <a:pathLst>
              <a:path w="9745" h="8337" extrusionOk="0">
                <a:moveTo>
                  <a:pt x="5559" y="1576"/>
                </a:moveTo>
                <a:cubicBezTo>
                  <a:pt x="6878" y="1576"/>
                  <a:pt x="8152" y="2615"/>
                  <a:pt x="8152" y="4204"/>
                </a:cubicBezTo>
                <a:cubicBezTo>
                  <a:pt x="8152" y="5605"/>
                  <a:pt x="7006" y="6751"/>
                  <a:pt x="5541" y="6751"/>
                </a:cubicBezTo>
                <a:cubicBezTo>
                  <a:pt x="3248" y="6751"/>
                  <a:pt x="2102" y="3949"/>
                  <a:pt x="3758" y="2357"/>
                </a:cubicBezTo>
                <a:cubicBezTo>
                  <a:pt x="4276" y="1818"/>
                  <a:pt x="4923" y="1576"/>
                  <a:pt x="5559" y="1576"/>
                </a:cubicBezTo>
                <a:close/>
                <a:moveTo>
                  <a:pt x="5541" y="1"/>
                </a:moveTo>
                <a:cubicBezTo>
                  <a:pt x="1847" y="1"/>
                  <a:pt x="1" y="4458"/>
                  <a:pt x="2612" y="7070"/>
                </a:cubicBezTo>
                <a:cubicBezTo>
                  <a:pt x="3467" y="7945"/>
                  <a:pt x="4527" y="8336"/>
                  <a:pt x="5566" y="8336"/>
                </a:cubicBezTo>
                <a:cubicBezTo>
                  <a:pt x="7699" y="8336"/>
                  <a:pt x="9744" y="6688"/>
                  <a:pt x="9744" y="4204"/>
                </a:cubicBezTo>
                <a:cubicBezTo>
                  <a:pt x="9744" y="1847"/>
                  <a:pt x="7897" y="1"/>
                  <a:pt x="554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0;p22">
            <a:extLst>
              <a:ext uri="{FF2B5EF4-FFF2-40B4-BE49-F238E27FC236}">
                <a16:creationId xmlns:a16="http://schemas.microsoft.com/office/drawing/2014/main" id="{FC8E58B8-AFE1-4CC2-BC9E-6DC496180630}"/>
              </a:ext>
            </a:extLst>
          </p:cNvPr>
          <p:cNvSpPr/>
          <p:nvPr userDrawn="1"/>
        </p:nvSpPr>
        <p:spPr>
          <a:xfrm>
            <a:off x="4123203" y="2041144"/>
            <a:ext cx="233831" cy="200502"/>
          </a:xfrm>
          <a:custGeom>
            <a:avLst/>
            <a:gdLst/>
            <a:ahLst/>
            <a:cxnLst/>
            <a:rect l="l" t="t" r="r" b="b"/>
            <a:pathLst>
              <a:path w="9745" h="8356" extrusionOk="0">
                <a:moveTo>
                  <a:pt x="4034" y="1603"/>
                </a:moveTo>
                <a:cubicBezTo>
                  <a:pt x="4070" y="1603"/>
                  <a:pt x="4105" y="1604"/>
                  <a:pt x="4140" y="1605"/>
                </a:cubicBezTo>
                <a:cubicBezTo>
                  <a:pt x="6433" y="1605"/>
                  <a:pt x="7579" y="4344"/>
                  <a:pt x="5987" y="6000"/>
                </a:cubicBezTo>
                <a:cubicBezTo>
                  <a:pt x="5456" y="6531"/>
                  <a:pt x="4813" y="6767"/>
                  <a:pt x="4185" y="6767"/>
                </a:cubicBezTo>
                <a:cubicBezTo>
                  <a:pt x="2856" y="6767"/>
                  <a:pt x="1593" y="5710"/>
                  <a:pt x="1593" y="4153"/>
                </a:cubicBezTo>
                <a:cubicBezTo>
                  <a:pt x="1593" y="2787"/>
                  <a:pt x="2682" y="1603"/>
                  <a:pt x="4034" y="1603"/>
                </a:cubicBezTo>
                <a:close/>
                <a:moveTo>
                  <a:pt x="4189" y="0"/>
                </a:moveTo>
                <a:cubicBezTo>
                  <a:pt x="2041" y="0"/>
                  <a:pt x="1" y="1654"/>
                  <a:pt x="1" y="4153"/>
                </a:cubicBezTo>
                <a:cubicBezTo>
                  <a:pt x="1" y="6509"/>
                  <a:pt x="1848" y="8356"/>
                  <a:pt x="4140" y="8356"/>
                </a:cubicBezTo>
                <a:cubicBezTo>
                  <a:pt x="7898" y="8356"/>
                  <a:pt x="9744" y="3834"/>
                  <a:pt x="7133" y="1223"/>
                </a:cubicBezTo>
                <a:cubicBezTo>
                  <a:pt x="6268" y="379"/>
                  <a:pt x="5216" y="0"/>
                  <a:pt x="418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1;p22">
            <a:extLst>
              <a:ext uri="{FF2B5EF4-FFF2-40B4-BE49-F238E27FC236}">
                <a16:creationId xmlns:a16="http://schemas.microsoft.com/office/drawing/2014/main" id="{C6AA5A3A-AC13-49AB-ACBB-F346AF3DA134}"/>
              </a:ext>
            </a:extLst>
          </p:cNvPr>
          <p:cNvSpPr/>
          <p:nvPr userDrawn="1"/>
        </p:nvSpPr>
        <p:spPr>
          <a:xfrm>
            <a:off x="5076740" y="3096564"/>
            <a:ext cx="189513" cy="161270"/>
          </a:xfrm>
          <a:custGeom>
            <a:avLst/>
            <a:gdLst/>
            <a:ahLst/>
            <a:cxnLst/>
            <a:rect l="l" t="t" r="r" b="b"/>
            <a:pathLst>
              <a:path w="7898" h="6721" extrusionOk="0">
                <a:moveTo>
                  <a:pt x="4472" y="0"/>
                </a:moveTo>
                <a:cubicBezTo>
                  <a:pt x="3635" y="0"/>
                  <a:pt x="2785" y="307"/>
                  <a:pt x="2102" y="989"/>
                </a:cubicBezTo>
                <a:cubicBezTo>
                  <a:pt x="1" y="3091"/>
                  <a:pt x="1465" y="6721"/>
                  <a:pt x="4522" y="6721"/>
                </a:cubicBezTo>
                <a:cubicBezTo>
                  <a:pt x="6369" y="6721"/>
                  <a:pt x="7897" y="5256"/>
                  <a:pt x="7897" y="3345"/>
                </a:cubicBezTo>
                <a:cubicBezTo>
                  <a:pt x="7897" y="1324"/>
                  <a:pt x="6213" y="0"/>
                  <a:pt x="447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2;p22">
            <a:extLst>
              <a:ext uri="{FF2B5EF4-FFF2-40B4-BE49-F238E27FC236}">
                <a16:creationId xmlns:a16="http://schemas.microsoft.com/office/drawing/2014/main" id="{43353ED2-09A4-4588-AFDC-28B1EB3FC497}"/>
              </a:ext>
            </a:extLst>
          </p:cNvPr>
          <p:cNvSpPr/>
          <p:nvPr userDrawn="1"/>
        </p:nvSpPr>
        <p:spPr>
          <a:xfrm>
            <a:off x="2685890" y="5588878"/>
            <a:ext cx="189513" cy="162758"/>
          </a:xfrm>
          <a:custGeom>
            <a:avLst/>
            <a:gdLst/>
            <a:ahLst/>
            <a:cxnLst/>
            <a:rect l="l" t="t" r="r" b="b"/>
            <a:pathLst>
              <a:path w="7898" h="6783" extrusionOk="0">
                <a:moveTo>
                  <a:pt x="4464" y="0"/>
                </a:moveTo>
                <a:cubicBezTo>
                  <a:pt x="3629" y="0"/>
                  <a:pt x="2782" y="307"/>
                  <a:pt x="2102" y="987"/>
                </a:cubicBezTo>
                <a:cubicBezTo>
                  <a:pt x="0" y="3089"/>
                  <a:pt x="1465" y="6782"/>
                  <a:pt x="4522" y="6782"/>
                </a:cubicBezTo>
                <a:cubicBezTo>
                  <a:pt x="6369" y="6782"/>
                  <a:pt x="7897" y="5254"/>
                  <a:pt x="7897" y="3407"/>
                </a:cubicBezTo>
                <a:cubicBezTo>
                  <a:pt x="7897" y="1340"/>
                  <a:pt x="6207" y="0"/>
                  <a:pt x="446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3;p22">
            <a:extLst>
              <a:ext uri="{FF2B5EF4-FFF2-40B4-BE49-F238E27FC236}">
                <a16:creationId xmlns:a16="http://schemas.microsoft.com/office/drawing/2014/main" id="{487CE5BD-9BB6-464A-A26E-0066647CC9EE}"/>
              </a:ext>
            </a:extLst>
          </p:cNvPr>
          <p:cNvSpPr/>
          <p:nvPr userDrawn="1"/>
        </p:nvSpPr>
        <p:spPr>
          <a:xfrm>
            <a:off x="5648253" y="1377826"/>
            <a:ext cx="187977" cy="162422"/>
          </a:xfrm>
          <a:custGeom>
            <a:avLst/>
            <a:gdLst/>
            <a:ahLst/>
            <a:cxnLst/>
            <a:rect l="l" t="t" r="r" b="b"/>
            <a:pathLst>
              <a:path w="7834" h="6769" extrusionOk="0">
                <a:moveTo>
                  <a:pt x="4420" y="0"/>
                </a:moveTo>
                <a:cubicBezTo>
                  <a:pt x="3604" y="0"/>
                  <a:pt x="2774" y="301"/>
                  <a:pt x="2102" y="974"/>
                </a:cubicBezTo>
                <a:cubicBezTo>
                  <a:pt x="0" y="3139"/>
                  <a:pt x="1465" y="6769"/>
                  <a:pt x="4458" y="6769"/>
                </a:cubicBezTo>
                <a:cubicBezTo>
                  <a:pt x="6369" y="6769"/>
                  <a:pt x="7833" y="5241"/>
                  <a:pt x="7833" y="3394"/>
                </a:cubicBezTo>
                <a:cubicBezTo>
                  <a:pt x="7833" y="1358"/>
                  <a:pt x="6155" y="0"/>
                  <a:pt x="442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4;p22">
            <a:extLst>
              <a:ext uri="{FF2B5EF4-FFF2-40B4-BE49-F238E27FC236}">
                <a16:creationId xmlns:a16="http://schemas.microsoft.com/office/drawing/2014/main" id="{A9855B6E-162B-423E-9D9A-7C81BF9DFABB}"/>
              </a:ext>
            </a:extLst>
          </p:cNvPr>
          <p:cNvSpPr/>
          <p:nvPr userDrawn="1"/>
        </p:nvSpPr>
        <p:spPr>
          <a:xfrm>
            <a:off x="2864447" y="5133518"/>
            <a:ext cx="276182" cy="199518"/>
          </a:xfrm>
          <a:custGeom>
            <a:avLst/>
            <a:gdLst/>
            <a:ahLst/>
            <a:cxnLst/>
            <a:rect l="l" t="t" r="r" b="b"/>
            <a:pathLst>
              <a:path w="11510" h="8315" extrusionOk="0">
                <a:moveTo>
                  <a:pt x="6004" y="1555"/>
                </a:moveTo>
                <a:cubicBezTo>
                  <a:pt x="7334" y="1555"/>
                  <a:pt x="8598" y="2583"/>
                  <a:pt x="8598" y="4141"/>
                </a:cubicBezTo>
                <a:cubicBezTo>
                  <a:pt x="8598" y="5542"/>
                  <a:pt x="7452" y="6688"/>
                  <a:pt x="6051" y="6752"/>
                </a:cubicBezTo>
                <a:cubicBezTo>
                  <a:pt x="3758" y="6752"/>
                  <a:pt x="2612" y="3950"/>
                  <a:pt x="4204" y="2294"/>
                </a:cubicBezTo>
                <a:cubicBezTo>
                  <a:pt x="4734" y="1784"/>
                  <a:pt x="5377" y="1555"/>
                  <a:pt x="6004" y="1555"/>
                </a:cubicBezTo>
                <a:close/>
                <a:moveTo>
                  <a:pt x="6130" y="1"/>
                </a:moveTo>
                <a:cubicBezTo>
                  <a:pt x="6104" y="1"/>
                  <a:pt x="6077" y="1"/>
                  <a:pt x="6051" y="2"/>
                </a:cubicBezTo>
                <a:cubicBezTo>
                  <a:pt x="4013" y="2"/>
                  <a:pt x="2293" y="1403"/>
                  <a:pt x="1975" y="3377"/>
                </a:cubicBezTo>
                <a:lnTo>
                  <a:pt x="1083" y="3377"/>
                </a:lnTo>
                <a:cubicBezTo>
                  <a:pt x="1" y="3377"/>
                  <a:pt x="1" y="4969"/>
                  <a:pt x="1083" y="4969"/>
                </a:cubicBezTo>
                <a:lnTo>
                  <a:pt x="1975" y="4969"/>
                </a:lnTo>
                <a:cubicBezTo>
                  <a:pt x="2367" y="7090"/>
                  <a:pt x="4189" y="8314"/>
                  <a:pt x="6051" y="8314"/>
                </a:cubicBezTo>
                <a:cubicBezTo>
                  <a:pt x="7208" y="8314"/>
                  <a:pt x="8380" y="7841"/>
                  <a:pt x="9235" y="6816"/>
                </a:cubicBezTo>
                <a:cubicBezTo>
                  <a:pt x="11510" y="4098"/>
                  <a:pt x="9583" y="1"/>
                  <a:pt x="613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5;p22">
            <a:extLst>
              <a:ext uri="{FF2B5EF4-FFF2-40B4-BE49-F238E27FC236}">
                <a16:creationId xmlns:a16="http://schemas.microsoft.com/office/drawing/2014/main" id="{80418DFB-5BEA-4BE5-8248-C524C738060B}"/>
              </a:ext>
            </a:extLst>
          </p:cNvPr>
          <p:cNvSpPr/>
          <p:nvPr userDrawn="1"/>
        </p:nvSpPr>
        <p:spPr>
          <a:xfrm>
            <a:off x="1030343" y="3132509"/>
            <a:ext cx="195607" cy="1401284"/>
          </a:xfrm>
          <a:custGeom>
            <a:avLst/>
            <a:gdLst/>
            <a:ahLst/>
            <a:cxnLst/>
            <a:rect l="l" t="t" r="r" b="b"/>
            <a:pathLst>
              <a:path w="8152" h="58399" extrusionOk="0">
                <a:moveTo>
                  <a:pt x="5859" y="13438"/>
                </a:moveTo>
                <a:lnTo>
                  <a:pt x="6369" y="20634"/>
                </a:lnTo>
                <a:lnTo>
                  <a:pt x="1783" y="20634"/>
                </a:lnTo>
                <a:lnTo>
                  <a:pt x="2293" y="13438"/>
                </a:lnTo>
                <a:close/>
                <a:moveTo>
                  <a:pt x="4076" y="1"/>
                </a:moveTo>
                <a:lnTo>
                  <a:pt x="3376" y="1593"/>
                </a:lnTo>
                <a:cubicBezTo>
                  <a:pt x="2611" y="3312"/>
                  <a:pt x="0" y="8980"/>
                  <a:pt x="0" y="10254"/>
                </a:cubicBezTo>
                <a:cubicBezTo>
                  <a:pt x="64" y="11082"/>
                  <a:pt x="319" y="11909"/>
                  <a:pt x="765" y="12610"/>
                </a:cubicBezTo>
                <a:lnTo>
                  <a:pt x="191" y="20634"/>
                </a:lnTo>
                <a:lnTo>
                  <a:pt x="128" y="20634"/>
                </a:lnTo>
                <a:lnTo>
                  <a:pt x="128" y="21462"/>
                </a:lnTo>
                <a:lnTo>
                  <a:pt x="64" y="22226"/>
                </a:lnTo>
                <a:lnTo>
                  <a:pt x="128" y="22226"/>
                </a:lnTo>
                <a:lnTo>
                  <a:pt x="765" y="58399"/>
                </a:lnTo>
                <a:lnTo>
                  <a:pt x="7388" y="58399"/>
                </a:lnTo>
                <a:lnTo>
                  <a:pt x="8025" y="22163"/>
                </a:lnTo>
                <a:lnTo>
                  <a:pt x="8088" y="22163"/>
                </a:lnTo>
                <a:lnTo>
                  <a:pt x="8025" y="21398"/>
                </a:lnTo>
                <a:lnTo>
                  <a:pt x="8025" y="20571"/>
                </a:lnTo>
                <a:lnTo>
                  <a:pt x="7961" y="20571"/>
                </a:lnTo>
                <a:lnTo>
                  <a:pt x="7388" y="12546"/>
                </a:lnTo>
                <a:cubicBezTo>
                  <a:pt x="7833" y="11846"/>
                  <a:pt x="8088" y="11018"/>
                  <a:pt x="8152" y="10254"/>
                </a:cubicBezTo>
                <a:cubicBezTo>
                  <a:pt x="8152" y="8980"/>
                  <a:pt x="5605" y="3312"/>
                  <a:pt x="4840" y="1593"/>
                </a:cubicBezTo>
                <a:lnTo>
                  <a:pt x="407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6;p22">
            <a:extLst>
              <a:ext uri="{FF2B5EF4-FFF2-40B4-BE49-F238E27FC236}">
                <a16:creationId xmlns:a16="http://schemas.microsoft.com/office/drawing/2014/main" id="{FE4ED8DF-EE09-4DC1-827C-8806BF399464}"/>
              </a:ext>
            </a:extLst>
          </p:cNvPr>
          <p:cNvSpPr/>
          <p:nvPr userDrawn="1"/>
        </p:nvSpPr>
        <p:spPr>
          <a:xfrm>
            <a:off x="5316642" y="2336379"/>
            <a:ext cx="779358" cy="716707"/>
          </a:xfrm>
          <a:custGeom>
            <a:avLst/>
            <a:gdLst/>
            <a:ahLst/>
            <a:cxnLst/>
            <a:rect l="l" t="t" r="r" b="b"/>
            <a:pathLst>
              <a:path w="32480" h="29869" extrusionOk="0">
                <a:moveTo>
                  <a:pt x="27258" y="1592"/>
                </a:moveTo>
                <a:cubicBezTo>
                  <a:pt x="29232" y="1592"/>
                  <a:pt x="30888" y="3248"/>
                  <a:pt x="30888" y="5222"/>
                </a:cubicBezTo>
                <a:lnTo>
                  <a:pt x="30888" y="16112"/>
                </a:lnTo>
                <a:cubicBezTo>
                  <a:pt x="30888" y="18086"/>
                  <a:pt x="29232" y="19679"/>
                  <a:pt x="27258" y="19679"/>
                </a:cubicBezTo>
                <a:lnTo>
                  <a:pt x="24328" y="19679"/>
                </a:lnTo>
                <a:lnTo>
                  <a:pt x="18151" y="25856"/>
                </a:lnTo>
                <a:lnTo>
                  <a:pt x="18406" y="19679"/>
                </a:lnTo>
                <a:lnTo>
                  <a:pt x="5223" y="19679"/>
                </a:lnTo>
                <a:cubicBezTo>
                  <a:pt x="3249" y="19679"/>
                  <a:pt x="1593" y="18086"/>
                  <a:pt x="1593" y="16112"/>
                </a:cubicBezTo>
                <a:lnTo>
                  <a:pt x="1593" y="5222"/>
                </a:lnTo>
                <a:cubicBezTo>
                  <a:pt x="1593" y="3248"/>
                  <a:pt x="3249" y="1592"/>
                  <a:pt x="5223" y="1592"/>
                </a:cubicBezTo>
                <a:close/>
                <a:moveTo>
                  <a:pt x="5223" y="0"/>
                </a:moveTo>
                <a:cubicBezTo>
                  <a:pt x="2357" y="0"/>
                  <a:pt x="1" y="2357"/>
                  <a:pt x="1" y="5222"/>
                </a:cubicBezTo>
                <a:lnTo>
                  <a:pt x="1" y="16112"/>
                </a:lnTo>
                <a:cubicBezTo>
                  <a:pt x="1" y="18978"/>
                  <a:pt x="2357" y="21271"/>
                  <a:pt x="5223" y="21271"/>
                </a:cubicBezTo>
                <a:lnTo>
                  <a:pt x="16750" y="21271"/>
                </a:lnTo>
                <a:lnTo>
                  <a:pt x="16431" y="29868"/>
                </a:lnTo>
                <a:lnTo>
                  <a:pt x="25029" y="21271"/>
                </a:lnTo>
                <a:lnTo>
                  <a:pt x="27258" y="21271"/>
                </a:lnTo>
                <a:cubicBezTo>
                  <a:pt x="30187" y="21271"/>
                  <a:pt x="32480" y="18978"/>
                  <a:pt x="32480" y="16112"/>
                </a:cubicBezTo>
                <a:lnTo>
                  <a:pt x="32480" y="5222"/>
                </a:lnTo>
                <a:cubicBezTo>
                  <a:pt x="32480" y="2357"/>
                  <a:pt x="30123" y="0"/>
                  <a:pt x="2725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7;p22">
            <a:extLst>
              <a:ext uri="{FF2B5EF4-FFF2-40B4-BE49-F238E27FC236}">
                <a16:creationId xmlns:a16="http://schemas.microsoft.com/office/drawing/2014/main" id="{F0FCE93E-CAA9-4B07-83A1-E7A997A30C47}"/>
              </a:ext>
            </a:extLst>
          </p:cNvPr>
          <p:cNvSpPr/>
          <p:nvPr userDrawn="1"/>
        </p:nvSpPr>
        <p:spPr>
          <a:xfrm>
            <a:off x="350325" y="1450075"/>
            <a:ext cx="932182" cy="716707"/>
          </a:xfrm>
          <a:custGeom>
            <a:avLst/>
            <a:gdLst/>
            <a:ahLst/>
            <a:cxnLst/>
            <a:rect l="l" t="t" r="r" b="b"/>
            <a:pathLst>
              <a:path w="38849" h="29869" extrusionOk="0">
                <a:moveTo>
                  <a:pt x="33626" y="1593"/>
                </a:moveTo>
                <a:cubicBezTo>
                  <a:pt x="35600" y="1593"/>
                  <a:pt x="37256" y="3248"/>
                  <a:pt x="37256" y="5223"/>
                </a:cubicBezTo>
                <a:lnTo>
                  <a:pt x="37256" y="16113"/>
                </a:lnTo>
                <a:cubicBezTo>
                  <a:pt x="37256" y="18087"/>
                  <a:pt x="35600" y="19679"/>
                  <a:pt x="33626" y="19743"/>
                </a:cubicBezTo>
                <a:lnTo>
                  <a:pt x="30697" y="19743"/>
                </a:lnTo>
                <a:lnTo>
                  <a:pt x="24519" y="25856"/>
                </a:lnTo>
                <a:lnTo>
                  <a:pt x="24774" y="19679"/>
                </a:lnTo>
                <a:lnTo>
                  <a:pt x="5223" y="19679"/>
                </a:lnTo>
                <a:cubicBezTo>
                  <a:pt x="3249" y="19679"/>
                  <a:pt x="1593" y="18087"/>
                  <a:pt x="1593" y="16113"/>
                </a:cubicBezTo>
                <a:lnTo>
                  <a:pt x="1593" y="5223"/>
                </a:lnTo>
                <a:cubicBezTo>
                  <a:pt x="1593" y="3248"/>
                  <a:pt x="3249" y="1593"/>
                  <a:pt x="5223" y="1593"/>
                </a:cubicBezTo>
                <a:close/>
                <a:moveTo>
                  <a:pt x="5223" y="1"/>
                </a:moveTo>
                <a:cubicBezTo>
                  <a:pt x="2357" y="1"/>
                  <a:pt x="1" y="2357"/>
                  <a:pt x="1" y="5223"/>
                </a:cubicBezTo>
                <a:lnTo>
                  <a:pt x="1" y="16113"/>
                </a:lnTo>
                <a:cubicBezTo>
                  <a:pt x="1" y="18978"/>
                  <a:pt x="2357" y="21335"/>
                  <a:pt x="5223" y="21335"/>
                </a:cubicBezTo>
                <a:lnTo>
                  <a:pt x="23118" y="21335"/>
                </a:lnTo>
                <a:lnTo>
                  <a:pt x="22800" y="29868"/>
                </a:lnTo>
                <a:lnTo>
                  <a:pt x="31397" y="21335"/>
                </a:lnTo>
                <a:lnTo>
                  <a:pt x="33626" y="21335"/>
                </a:lnTo>
                <a:cubicBezTo>
                  <a:pt x="36556" y="21271"/>
                  <a:pt x="38848" y="18978"/>
                  <a:pt x="38848" y="16113"/>
                </a:cubicBezTo>
                <a:lnTo>
                  <a:pt x="38848" y="5223"/>
                </a:lnTo>
                <a:cubicBezTo>
                  <a:pt x="38848" y="2357"/>
                  <a:pt x="36556" y="1"/>
                  <a:pt x="33626"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48;p22">
            <a:extLst>
              <a:ext uri="{FF2B5EF4-FFF2-40B4-BE49-F238E27FC236}">
                <a16:creationId xmlns:a16="http://schemas.microsoft.com/office/drawing/2014/main" id="{43D3D3F0-7BD5-461D-8A1D-A41AF9DA8EEE}"/>
              </a:ext>
            </a:extLst>
          </p:cNvPr>
          <p:cNvSpPr/>
          <p:nvPr userDrawn="1"/>
        </p:nvSpPr>
        <p:spPr>
          <a:xfrm>
            <a:off x="5066038" y="3594004"/>
            <a:ext cx="236879" cy="1473101"/>
          </a:xfrm>
          <a:custGeom>
            <a:avLst/>
            <a:gdLst/>
            <a:ahLst/>
            <a:cxnLst/>
            <a:rect l="l" t="t" r="r" b="b"/>
            <a:pathLst>
              <a:path w="9872" h="61392" extrusionOk="0">
                <a:moveTo>
                  <a:pt x="6751" y="16431"/>
                </a:moveTo>
                <a:lnTo>
                  <a:pt x="7261" y="23563"/>
                </a:lnTo>
                <a:lnTo>
                  <a:pt x="2675" y="23563"/>
                </a:lnTo>
                <a:lnTo>
                  <a:pt x="3121" y="16431"/>
                </a:lnTo>
                <a:close/>
                <a:moveTo>
                  <a:pt x="4522" y="0"/>
                </a:moveTo>
                <a:cubicBezTo>
                  <a:pt x="3312" y="2229"/>
                  <a:pt x="1" y="8661"/>
                  <a:pt x="1" y="10890"/>
                </a:cubicBezTo>
                <a:cubicBezTo>
                  <a:pt x="1" y="12482"/>
                  <a:pt x="765" y="13947"/>
                  <a:pt x="1975" y="14902"/>
                </a:cubicBezTo>
                <a:lnTo>
                  <a:pt x="1657" y="14902"/>
                </a:lnTo>
                <a:lnTo>
                  <a:pt x="1020" y="23627"/>
                </a:lnTo>
                <a:lnTo>
                  <a:pt x="956" y="23627"/>
                </a:lnTo>
                <a:lnTo>
                  <a:pt x="956" y="24455"/>
                </a:lnTo>
                <a:lnTo>
                  <a:pt x="956" y="25219"/>
                </a:lnTo>
                <a:lnTo>
                  <a:pt x="1020" y="25219"/>
                </a:lnTo>
                <a:lnTo>
                  <a:pt x="1593" y="61391"/>
                </a:lnTo>
                <a:lnTo>
                  <a:pt x="8216" y="61391"/>
                </a:lnTo>
                <a:lnTo>
                  <a:pt x="8853" y="25219"/>
                </a:lnTo>
                <a:lnTo>
                  <a:pt x="8916" y="25219"/>
                </a:lnTo>
                <a:lnTo>
                  <a:pt x="8853" y="24455"/>
                </a:lnTo>
                <a:lnTo>
                  <a:pt x="8853" y="23627"/>
                </a:lnTo>
                <a:lnTo>
                  <a:pt x="8789" y="23627"/>
                </a:lnTo>
                <a:lnTo>
                  <a:pt x="8216" y="14902"/>
                </a:lnTo>
                <a:lnTo>
                  <a:pt x="7834" y="14902"/>
                </a:lnTo>
                <a:cubicBezTo>
                  <a:pt x="9108" y="13947"/>
                  <a:pt x="9872" y="12482"/>
                  <a:pt x="9872" y="10890"/>
                </a:cubicBezTo>
                <a:cubicBezTo>
                  <a:pt x="9872" y="8661"/>
                  <a:pt x="6560" y="2229"/>
                  <a:pt x="5350" y="0"/>
                </a:cubicBezTo>
                <a:lnTo>
                  <a:pt x="5350" y="9553"/>
                </a:lnTo>
                <a:cubicBezTo>
                  <a:pt x="7261" y="10062"/>
                  <a:pt x="6879" y="12801"/>
                  <a:pt x="4904" y="12801"/>
                </a:cubicBezTo>
                <a:cubicBezTo>
                  <a:pt x="2994" y="12801"/>
                  <a:pt x="2612" y="10062"/>
                  <a:pt x="4522" y="9553"/>
                </a:cubicBezTo>
                <a:lnTo>
                  <a:pt x="452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49;p22">
            <a:extLst>
              <a:ext uri="{FF2B5EF4-FFF2-40B4-BE49-F238E27FC236}">
                <a16:creationId xmlns:a16="http://schemas.microsoft.com/office/drawing/2014/main" id="{3090D6B5-6E97-497A-91EA-C49E2A0B60DE}"/>
              </a:ext>
            </a:extLst>
          </p:cNvPr>
          <p:cNvSpPr/>
          <p:nvPr userDrawn="1"/>
        </p:nvSpPr>
        <p:spPr>
          <a:xfrm>
            <a:off x="5497445" y="3542703"/>
            <a:ext cx="126382" cy="71193"/>
          </a:xfrm>
          <a:custGeom>
            <a:avLst/>
            <a:gdLst/>
            <a:ahLst/>
            <a:cxnLst/>
            <a:rect l="l" t="t" r="r" b="b"/>
            <a:pathLst>
              <a:path w="5267" h="2967" extrusionOk="0">
                <a:moveTo>
                  <a:pt x="1179" y="1"/>
                </a:moveTo>
                <a:cubicBezTo>
                  <a:pt x="396" y="1"/>
                  <a:pt x="0" y="1235"/>
                  <a:pt x="936" y="1565"/>
                </a:cubicBezTo>
                <a:cubicBezTo>
                  <a:pt x="1891" y="1947"/>
                  <a:pt x="2846" y="2329"/>
                  <a:pt x="3802" y="2839"/>
                </a:cubicBezTo>
                <a:cubicBezTo>
                  <a:pt x="3865" y="2902"/>
                  <a:pt x="3993" y="2966"/>
                  <a:pt x="4120" y="2966"/>
                </a:cubicBezTo>
                <a:cubicBezTo>
                  <a:pt x="4948" y="2966"/>
                  <a:pt x="5266" y="1820"/>
                  <a:pt x="4502" y="1438"/>
                </a:cubicBezTo>
                <a:cubicBezTo>
                  <a:pt x="3547" y="928"/>
                  <a:pt x="2528" y="482"/>
                  <a:pt x="1573" y="100"/>
                </a:cubicBezTo>
                <a:cubicBezTo>
                  <a:pt x="1434" y="31"/>
                  <a:pt x="1302" y="1"/>
                  <a:pt x="1179"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0;p22">
            <a:extLst>
              <a:ext uri="{FF2B5EF4-FFF2-40B4-BE49-F238E27FC236}">
                <a16:creationId xmlns:a16="http://schemas.microsoft.com/office/drawing/2014/main" id="{8166EA65-86AE-46E5-9AE1-5E674A9A0770}"/>
              </a:ext>
            </a:extLst>
          </p:cNvPr>
          <p:cNvSpPr/>
          <p:nvPr userDrawn="1"/>
        </p:nvSpPr>
        <p:spPr>
          <a:xfrm>
            <a:off x="5944711" y="4255667"/>
            <a:ext cx="151288" cy="169645"/>
          </a:xfrm>
          <a:custGeom>
            <a:avLst/>
            <a:gdLst/>
            <a:ahLst/>
            <a:cxnLst/>
            <a:rect l="l" t="t" r="r" b="b"/>
            <a:pathLst>
              <a:path w="6305" h="7070" extrusionOk="0">
                <a:moveTo>
                  <a:pt x="3121" y="0"/>
                </a:moveTo>
                <a:cubicBezTo>
                  <a:pt x="2675" y="0"/>
                  <a:pt x="2293" y="319"/>
                  <a:pt x="2293" y="765"/>
                </a:cubicBezTo>
                <a:lnTo>
                  <a:pt x="0" y="765"/>
                </a:lnTo>
                <a:lnTo>
                  <a:pt x="0" y="7069"/>
                </a:lnTo>
                <a:lnTo>
                  <a:pt x="6305" y="7069"/>
                </a:lnTo>
                <a:lnTo>
                  <a:pt x="6305" y="828"/>
                </a:lnTo>
                <a:lnTo>
                  <a:pt x="3885" y="828"/>
                </a:lnTo>
                <a:lnTo>
                  <a:pt x="3885" y="765"/>
                </a:lnTo>
                <a:cubicBezTo>
                  <a:pt x="3885" y="319"/>
                  <a:pt x="3566" y="0"/>
                  <a:pt x="3121"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1;p22">
            <a:extLst>
              <a:ext uri="{FF2B5EF4-FFF2-40B4-BE49-F238E27FC236}">
                <a16:creationId xmlns:a16="http://schemas.microsoft.com/office/drawing/2014/main" id="{9749FA77-3BE8-4550-8685-D4B21B34EAE8}"/>
              </a:ext>
            </a:extLst>
          </p:cNvPr>
          <p:cNvSpPr/>
          <p:nvPr userDrawn="1"/>
        </p:nvSpPr>
        <p:spPr>
          <a:xfrm>
            <a:off x="5640599" y="3613728"/>
            <a:ext cx="301065" cy="314934"/>
          </a:xfrm>
          <a:custGeom>
            <a:avLst/>
            <a:gdLst/>
            <a:ahLst/>
            <a:cxnLst/>
            <a:rect l="l" t="t" r="r" b="b"/>
            <a:pathLst>
              <a:path w="12547" h="13125" extrusionOk="0">
                <a:moveTo>
                  <a:pt x="920" y="1"/>
                </a:moveTo>
                <a:cubicBezTo>
                  <a:pt x="664" y="1"/>
                  <a:pt x="420" y="141"/>
                  <a:pt x="256" y="388"/>
                </a:cubicBezTo>
                <a:cubicBezTo>
                  <a:pt x="1" y="707"/>
                  <a:pt x="128" y="1216"/>
                  <a:pt x="510" y="1471"/>
                </a:cubicBezTo>
                <a:cubicBezTo>
                  <a:pt x="1338" y="2044"/>
                  <a:pt x="2166" y="2617"/>
                  <a:pt x="2994" y="3318"/>
                </a:cubicBezTo>
                <a:cubicBezTo>
                  <a:pt x="3121" y="3381"/>
                  <a:pt x="3312" y="3445"/>
                  <a:pt x="3504" y="3445"/>
                </a:cubicBezTo>
                <a:lnTo>
                  <a:pt x="3567" y="3445"/>
                </a:lnTo>
                <a:lnTo>
                  <a:pt x="3567" y="9049"/>
                </a:lnTo>
                <a:lnTo>
                  <a:pt x="9490" y="9049"/>
                </a:lnTo>
                <a:cubicBezTo>
                  <a:pt x="9171" y="9304"/>
                  <a:pt x="9108" y="9750"/>
                  <a:pt x="9299" y="10068"/>
                </a:cubicBezTo>
                <a:cubicBezTo>
                  <a:pt x="9936" y="10960"/>
                  <a:pt x="10445" y="11851"/>
                  <a:pt x="10955" y="12743"/>
                </a:cubicBezTo>
                <a:cubicBezTo>
                  <a:pt x="11082" y="12998"/>
                  <a:pt x="11337" y="13125"/>
                  <a:pt x="11655" y="13125"/>
                </a:cubicBezTo>
                <a:cubicBezTo>
                  <a:pt x="11782" y="13125"/>
                  <a:pt x="11910" y="13125"/>
                  <a:pt x="12037" y="12998"/>
                </a:cubicBezTo>
                <a:cubicBezTo>
                  <a:pt x="12419" y="12807"/>
                  <a:pt x="12547" y="12361"/>
                  <a:pt x="12356" y="11915"/>
                </a:cubicBezTo>
                <a:cubicBezTo>
                  <a:pt x="11846" y="11023"/>
                  <a:pt x="11273" y="10068"/>
                  <a:pt x="10636" y="9177"/>
                </a:cubicBezTo>
                <a:cubicBezTo>
                  <a:pt x="10445" y="8922"/>
                  <a:pt x="10190" y="8858"/>
                  <a:pt x="9872" y="8858"/>
                </a:cubicBezTo>
                <a:lnTo>
                  <a:pt x="9872" y="2744"/>
                </a:lnTo>
                <a:lnTo>
                  <a:pt x="4268" y="2744"/>
                </a:lnTo>
                <a:cubicBezTo>
                  <a:pt x="4268" y="2490"/>
                  <a:pt x="4204" y="2235"/>
                  <a:pt x="4013" y="2044"/>
                </a:cubicBezTo>
                <a:cubicBezTo>
                  <a:pt x="3121" y="1407"/>
                  <a:pt x="2230" y="707"/>
                  <a:pt x="1338" y="133"/>
                </a:cubicBezTo>
                <a:cubicBezTo>
                  <a:pt x="1203" y="43"/>
                  <a:pt x="1060" y="1"/>
                  <a:pt x="92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2;p22">
            <a:extLst>
              <a:ext uri="{FF2B5EF4-FFF2-40B4-BE49-F238E27FC236}">
                <a16:creationId xmlns:a16="http://schemas.microsoft.com/office/drawing/2014/main" id="{D04C9F69-29CB-4BCC-A33A-6DEA032BA771}"/>
              </a:ext>
            </a:extLst>
          </p:cNvPr>
          <p:cNvSpPr/>
          <p:nvPr userDrawn="1"/>
        </p:nvSpPr>
        <p:spPr>
          <a:xfrm>
            <a:off x="5096608" y="3424384"/>
            <a:ext cx="234863" cy="151288"/>
          </a:xfrm>
          <a:custGeom>
            <a:avLst/>
            <a:gdLst/>
            <a:ahLst/>
            <a:cxnLst/>
            <a:rect l="l" t="t" r="r" b="b"/>
            <a:pathLst>
              <a:path w="9788" h="6305" extrusionOk="0">
                <a:moveTo>
                  <a:pt x="0" y="0"/>
                </a:moveTo>
                <a:lnTo>
                  <a:pt x="0" y="6305"/>
                </a:lnTo>
                <a:lnTo>
                  <a:pt x="6305" y="6305"/>
                </a:lnTo>
                <a:lnTo>
                  <a:pt x="6305" y="4140"/>
                </a:lnTo>
                <a:cubicBezTo>
                  <a:pt x="7133" y="4140"/>
                  <a:pt x="7834" y="4203"/>
                  <a:pt x="8598" y="4267"/>
                </a:cubicBezTo>
                <a:lnTo>
                  <a:pt x="8725" y="4267"/>
                </a:lnTo>
                <a:cubicBezTo>
                  <a:pt x="8745" y="4268"/>
                  <a:pt x="8765" y="4269"/>
                  <a:pt x="8784" y="4269"/>
                </a:cubicBezTo>
                <a:cubicBezTo>
                  <a:pt x="9746" y="4269"/>
                  <a:pt x="9788" y="2737"/>
                  <a:pt x="8789" y="2675"/>
                </a:cubicBezTo>
                <a:cubicBezTo>
                  <a:pt x="7961" y="2611"/>
                  <a:pt x="7133" y="2548"/>
                  <a:pt x="6305" y="2548"/>
                </a:cubicBezTo>
                <a:lnTo>
                  <a:pt x="6305"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3;p22">
            <a:extLst>
              <a:ext uri="{FF2B5EF4-FFF2-40B4-BE49-F238E27FC236}">
                <a16:creationId xmlns:a16="http://schemas.microsoft.com/office/drawing/2014/main" id="{DECC72B8-940A-4BEB-877D-96982FB4BA25}"/>
              </a:ext>
            </a:extLst>
          </p:cNvPr>
          <p:cNvSpPr/>
          <p:nvPr userDrawn="1"/>
        </p:nvSpPr>
        <p:spPr>
          <a:xfrm>
            <a:off x="5978424" y="4104162"/>
            <a:ext cx="56460" cy="113328"/>
          </a:xfrm>
          <a:custGeom>
            <a:avLst/>
            <a:gdLst/>
            <a:ahLst/>
            <a:cxnLst/>
            <a:rect l="l" t="t" r="r" b="b"/>
            <a:pathLst>
              <a:path w="2353" h="4723" extrusionOk="0">
                <a:moveTo>
                  <a:pt x="968" y="1"/>
                </a:moveTo>
                <a:cubicBezTo>
                  <a:pt x="491" y="1"/>
                  <a:pt x="1" y="395"/>
                  <a:pt x="187" y="1029"/>
                </a:cubicBezTo>
                <a:cubicBezTo>
                  <a:pt x="378" y="1984"/>
                  <a:pt x="569" y="3003"/>
                  <a:pt x="697" y="4022"/>
                </a:cubicBezTo>
                <a:cubicBezTo>
                  <a:pt x="760" y="4404"/>
                  <a:pt x="1079" y="4722"/>
                  <a:pt x="1524" y="4722"/>
                </a:cubicBezTo>
                <a:lnTo>
                  <a:pt x="1588" y="4722"/>
                </a:lnTo>
                <a:cubicBezTo>
                  <a:pt x="2034" y="4659"/>
                  <a:pt x="2352" y="4276"/>
                  <a:pt x="2289" y="3831"/>
                </a:cubicBezTo>
                <a:cubicBezTo>
                  <a:pt x="2161" y="2748"/>
                  <a:pt x="1970" y="1729"/>
                  <a:pt x="1716" y="646"/>
                </a:cubicBezTo>
                <a:cubicBezTo>
                  <a:pt x="1636" y="198"/>
                  <a:pt x="1306" y="1"/>
                  <a:pt x="96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4;p22">
            <a:extLst>
              <a:ext uri="{FF2B5EF4-FFF2-40B4-BE49-F238E27FC236}">
                <a16:creationId xmlns:a16="http://schemas.microsoft.com/office/drawing/2014/main" id="{A3C81166-E04B-4A76-97F8-C6B71F1DDA47}"/>
              </a:ext>
            </a:extLst>
          </p:cNvPr>
          <p:cNvSpPr/>
          <p:nvPr userDrawn="1"/>
        </p:nvSpPr>
        <p:spPr>
          <a:xfrm>
            <a:off x="5360961" y="3498576"/>
            <a:ext cx="116160" cy="57252"/>
          </a:xfrm>
          <a:custGeom>
            <a:avLst/>
            <a:gdLst/>
            <a:ahLst/>
            <a:cxnLst/>
            <a:rect l="l" t="t" r="r" b="b"/>
            <a:pathLst>
              <a:path w="4841" h="2386" extrusionOk="0">
                <a:moveTo>
                  <a:pt x="759" y="0"/>
                </a:moveTo>
                <a:cubicBezTo>
                  <a:pt x="402" y="0"/>
                  <a:pt x="118" y="287"/>
                  <a:pt x="64" y="666"/>
                </a:cubicBezTo>
                <a:cubicBezTo>
                  <a:pt x="1" y="1111"/>
                  <a:pt x="255" y="1557"/>
                  <a:pt x="701" y="1621"/>
                </a:cubicBezTo>
                <a:cubicBezTo>
                  <a:pt x="1720" y="1812"/>
                  <a:pt x="2739" y="2067"/>
                  <a:pt x="3694" y="2385"/>
                </a:cubicBezTo>
                <a:lnTo>
                  <a:pt x="3949" y="2385"/>
                </a:lnTo>
                <a:cubicBezTo>
                  <a:pt x="4268" y="2321"/>
                  <a:pt x="4586" y="2130"/>
                  <a:pt x="4713" y="1812"/>
                </a:cubicBezTo>
                <a:cubicBezTo>
                  <a:pt x="4841" y="1366"/>
                  <a:pt x="4586" y="920"/>
                  <a:pt x="4140" y="793"/>
                </a:cubicBezTo>
                <a:cubicBezTo>
                  <a:pt x="3121" y="475"/>
                  <a:pt x="2102" y="220"/>
                  <a:pt x="956" y="29"/>
                </a:cubicBezTo>
                <a:cubicBezTo>
                  <a:pt x="889" y="10"/>
                  <a:pt x="823" y="0"/>
                  <a:pt x="75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5;p22">
            <a:extLst>
              <a:ext uri="{FF2B5EF4-FFF2-40B4-BE49-F238E27FC236}">
                <a16:creationId xmlns:a16="http://schemas.microsoft.com/office/drawing/2014/main" id="{1691E73D-601C-4D9A-B9A7-E53141A5373F}"/>
              </a:ext>
            </a:extLst>
          </p:cNvPr>
          <p:cNvSpPr/>
          <p:nvPr userDrawn="1"/>
        </p:nvSpPr>
        <p:spPr>
          <a:xfrm>
            <a:off x="5929187" y="3958369"/>
            <a:ext cx="73593" cy="110881"/>
          </a:xfrm>
          <a:custGeom>
            <a:avLst/>
            <a:gdLst/>
            <a:ahLst/>
            <a:cxnLst/>
            <a:rect l="l" t="t" r="r" b="b"/>
            <a:pathLst>
              <a:path w="3067" h="4621" extrusionOk="0">
                <a:moveTo>
                  <a:pt x="1048" y="1"/>
                </a:moveTo>
                <a:cubicBezTo>
                  <a:pt x="518" y="1"/>
                  <a:pt x="0" y="525"/>
                  <a:pt x="329" y="1182"/>
                </a:cubicBezTo>
                <a:cubicBezTo>
                  <a:pt x="711" y="2074"/>
                  <a:pt x="1093" y="3092"/>
                  <a:pt x="1411" y="4048"/>
                </a:cubicBezTo>
                <a:cubicBezTo>
                  <a:pt x="1539" y="4366"/>
                  <a:pt x="1857" y="4621"/>
                  <a:pt x="2175" y="4621"/>
                </a:cubicBezTo>
                <a:cubicBezTo>
                  <a:pt x="2239" y="4621"/>
                  <a:pt x="2366" y="4621"/>
                  <a:pt x="2430" y="4557"/>
                </a:cubicBezTo>
                <a:cubicBezTo>
                  <a:pt x="2812" y="4430"/>
                  <a:pt x="3067" y="3984"/>
                  <a:pt x="2940" y="3538"/>
                </a:cubicBezTo>
                <a:cubicBezTo>
                  <a:pt x="2621" y="2519"/>
                  <a:pt x="2239" y="1500"/>
                  <a:pt x="1793" y="545"/>
                </a:cubicBezTo>
                <a:cubicBezTo>
                  <a:pt x="1635" y="160"/>
                  <a:pt x="1340" y="1"/>
                  <a:pt x="104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6;p22">
            <a:extLst>
              <a:ext uri="{FF2B5EF4-FFF2-40B4-BE49-F238E27FC236}">
                <a16:creationId xmlns:a16="http://schemas.microsoft.com/office/drawing/2014/main" id="{FB80A0AE-4441-4578-9860-E7A72A05B773}"/>
              </a:ext>
            </a:extLst>
          </p:cNvPr>
          <p:cNvSpPr/>
          <p:nvPr userDrawn="1"/>
        </p:nvSpPr>
        <p:spPr>
          <a:xfrm>
            <a:off x="63390" y="2609070"/>
            <a:ext cx="215475" cy="415737"/>
          </a:xfrm>
          <a:custGeom>
            <a:avLst/>
            <a:gdLst/>
            <a:ahLst/>
            <a:cxnLst/>
            <a:rect l="l" t="t" r="r" b="b"/>
            <a:pathLst>
              <a:path w="8980" h="17326" extrusionOk="0">
                <a:moveTo>
                  <a:pt x="5509" y="0"/>
                </a:moveTo>
                <a:cubicBezTo>
                  <a:pt x="5187" y="0"/>
                  <a:pt x="4877" y="174"/>
                  <a:pt x="4776" y="577"/>
                </a:cubicBezTo>
                <a:cubicBezTo>
                  <a:pt x="4458" y="1659"/>
                  <a:pt x="4267" y="2742"/>
                  <a:pt x="4076" y="3761"/>
                </a:cubicBezTo>
                <a:cubicBezTo>
                  <a:pt x="4012" y="4079"/>
                  <a:pt x="4076" y="4334"/>
                  <a:pt x="4331" y="4525"/>
                </a:cubicBezTo>
                <a:lnTo>
                  <a:pt x="0" y="8856"/>
                </a:lnTo>
                <a:lnTo>
                  <a:pt x="4012" y="12868"/>
                </a:lnTo>
                <a:cubicBezTo>
                  <a:pt x="3757" y="12995"/>
                  <a:pt x="3694" y="13250"/>
                  <a:pt x="3694" y="13505"/>
                </a:cubicBezTo>
                <a:cubicBezTo>
                  <a:pt x="3821" y="14587"/>
                  <a:pt x="4012" y="15670"/>
                  <a:pt x="4203" y="16689"/>
                </a:cubicBezTo>
                <a:cubicBezTo>
                  <a:pt x="4267" y="17071"/>
                  <a:pt x="4585" y="17326"/>
                  <a:pt x="4967" y="17326"/>
                </a:cubicBezTo>
                <a:lnTo>
                  <a:pt x="5158" y="17326"/>
                </a:lnTo>
                <a:cubicBezTo>
                  <a:pt x="5541" y="17262"/>
                  <a:pt x="5859" y="16816"/>
                  <a:pt x="5732" y="16434"/>
                </a:cubicBezTo>
                <a:cubicBezTo>
                  <a:pt x="5541" y="15415"/>
                  <a:pt x="5413" y="14396"/>
                  <a:pt x="5286" y="13377"/>
                </a:cubicBezTo>
                <a:cubicBezTo>
                  <a:pt x="5222" y="13123"/>
                  <a:pt x="5158" y="12932"/>
                  <a:pt x="4967" y="12804"/>
                </a:cubicBezTo>
                <a:lnTo>
                  <a:pt x="8979" y="8856"/>
                </a:lnTo>
                <a:lnTo>
                  <a:pt x="4776" y="4716"/>
                </a:lnTo>
                <a:lnTo>
                  <a:pt x="4840" y="4716"/>
                </a:lnTo>
                <a:cubicBezTo>
                  <a:pt x="5222" y="4716"/>
                  <a:pt x="5541" y="4462"/>
                  <a:pt x="5668" y="4079"/>
                </a:cubicBezTo>
                <a:cubicBezTo>
                  <a:pt x="5859" y="3061"/>
                  <a:pt x="6050" y="2042"/>
                  <a:pt x="6368" y="1023"/>
                </a:cubicBezTo>
                <a:cubicBezTo>
                  <a:pt x="6522" y="407"/>
                  <a:pt x="6001" y="0"/>
                  <a:pt x="550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7;p22">
            <a:extLst>
              <a:ext uri="{FF2B5EF4-FFF2-40B4-BE49-F238E27FC236}">
                <a16:creationId xmlns:a16="http://schemas.microsoft.com/office/drawing/2014/main" id="{0E6D389A-D66F-4CE3-8BAF-17E1A27075A3}"/>
              </a:ext>
            </a:extLst>
          </p:cNvPr>
          <p:cNvSpPr/>
          <p:nvPr userDrawn="1"/>
        </p:nvSpPr>
        <p:spPr>
          <a:xfrm>
            <a:off x="265539" y="3227042"/>
            <a:ext cx="87750" cy="103778"/>
          </a:xfrm>
          <a:custGeom>
            <a:avLst/>
            <a:gdLst/>
            <a:ahLst/>
            <a:cxnLst/>
            <a:rect l="l" t="t" r="r" b="b"/>
            <a:pathLst>
              <a:path w="3657" h="4325" extrusionOk="0">
                <a:moveTo>
                  <a:pt x="1064" y="1"/>
                </a:moveTo>
                <a:cubicBezTo>
                  <a:pt x="528" y="1"/>
                  <a:pt x="1" y="559"/>
                  <a:pt x="345" y="1204"/>
                </a:cubicBezTo>
                <a:cubicBezTo>
                  <a:pt x="918" y="2159"/>
                  <a:pt x="1427" y="3051"/>
                  <a:pt x="2064" y="3942"/>
                </a:cubicBezTo>
                <a:cubicBezTo>
                  <a:pt x="2192" y="4197"/>
                  <a:pt x="2446" y="4325"/>
                  <a:pt x="2701" y="4325"/>
                </a:cubicBezTo>
                <a:cubicBezTo>
                  <a:pt x="2892" y="4325"/>
                  <a:pt x="3019" y="4261"/>
                  <a:pt x="3147" y="4197"/>
                </a:cubicBezTo>
                <a:cubicBezTo>
                  <a:pt x="3529" y="3942"/>
                  <a:pt x="3656" y="3433"/>
                  <a:pt x="3402" y="3051"/>
                </a:cubicBezTo>
                <a:cubicBezTo>
                  <a:pt x="2828" y="2223"/>
                  <a:pt x="2255" y="1331"/>
                  <a:pt x="1746" y="440"/>
                </a:cubicBezTo>
                <a:cubicBezTo>
                  <a:pt x="1580" y="130"/>
                  <a:pt x="1321" y="1"/>
                  <a:pt x="1064"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8;p22">
            <a:extLst>
              <a:ext uri="{FF2B5EF4-FFF2-40B4-BE49-F238E27FC236}">
                <a16:creationId xmlns:a16="http://schemas.microsoft.com/office/drawing/2014/main" id="{0CA55D6F-14F7-461E-B877-2B8568734842}"/>
              </a:ext>
            </a:extLst>
          </p:cNvPr>
          <p:cNvSpPr/>
          <p:nvPr userDrawn="1"/>
        </p:nvSpPr>
        <p:spPr>
          <a:xfrm>
            <a:off x="192576" y="3065634"/>
            <a:ext cx="68794" cy="109321"/>
          </a:xfrm>
          <a:custGeom>
            <a:avLst/>
            <a:gdLst/>
            <a:ahLst/>
            <a:cxnLst/>
            <a:rect l="l" t="t" r="r" b="b"/>
            <a:pathLst>
              <a:path w="2867" h="4556" extrusionOk="0">
                <a:moveTo>
                  <a:pt x="908" y="1"/>
                </a:moveTo>
                <a:cubicBezTo>
                  <a:pt x="839" y="1"/>
                  <a:pt x="769" y="11"/>
                  <a:pt x="701" y="34"/>
                </a:cubicBezTo>
                <a:cubicBezTo>
                  <a:pt x="255" y="161"/>
                  <a:pt x="1" y="607"/>
                  <a:pt x="128" y="989"/>
                </a:cubicBezTo>
                <a:cubicBezTo>
                  <a:pt x="446" y="2072"/>
                  <a:pt x="829" y="3091"/>
                  <a:pt x="1274" y="4046"/>
                </a:cubicBezTo>
                <a:cubicBezTo>
                  <a:pt x="1402" y="4364"/>
                  <a:pt x="1656" y="4555"/>
                  <a:pt x="1975" y="4555"/>
                </a:cubicBezTo>
                <a:cubicBezTo>
                  <a:pt x="2102" y="4555"/>
                  <a:pt x="2230" y="4555"/>
                  <a:pt x="2293" y="4492"/>
                </a:cubicBezTo>
                <a:cubicBezTo>
                  <a:pt x="2675" y="4301"/>
                  <a:pt x="2866" y="3855"/>
                  <a:pt x="2675" y="3473"/>
                </a:cubicBezTo>
                <a:cubicBezTo>
                  <a:pt x="2293" y="2517"/>
                  <a:pt x="1911" y="1499"/>
                  <a:pt x="1656" y="543"/>
                </a:cubicBezTo>
                <a:cubicBezTo>
                  <a:pt x="1552" y="229"/>
                  <a:pt x="1231" y="1"/>
                  <a:pt x="908"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9;p22">
            <a:extLst>
              <a:ext uri="{FF2B5EF4-FFF2-40B4-BE49-F238E27FC236}">
                <a16:creationId xmlns:a16="http://schemas.microsoft.com/office/drawing/2014/main" id="{CA8930BB-49AB-47CE-A51E-BF098AC1C635}"/>
              </a:ext>
            </a:extLst>
          </p:cNvPr>
          <p:cNvSpPr/>
          <p:nvPr userDrawn="1"/>
        </p:nvSpPr>
        <p:spPr>
          <a:xfrm>
            <a:off x="183818" y="2470019"/>
            <a:ext cx="77552" cy="108361"/>
          </a:xfrm>
          <a:custGeom>
            <a:avLst/>
            <a:gdLst/>
            <a:ahLst/>
            <a:cxnLst/>
            <a:rect l="l" t="t" r="r" b="b"/>
            <a:pathLst>
              <a:path w="3232" h="4516" extrusionOk="0">
                <a:moveTo>
                  <a:pt x="2170" y="1"/>
                </a:moveTo>
                <a:cubicBezTo>
                  <a:pt x="1919" y="1"/>
                  <a:pt x="1674" y="130"/>
                  <a:pt x="1529" y="440"/>
                </a:cubicBezTo>
                <a:cubicBezTo>
                  <a:pt x="1020" y="1395"/>
                  <a:pt x="574" y="2414"/>
                  <a:pt x="192" y="3433"/>
                </a:cubicBezTo>
                <a:cubicBezTo>
                  <a:pt x="1" y="3815"/>
                  <a:pt x="192" y="4325"/>
                  <a:pt x="638" y="4516"/>
                </a:cubicBezTo>
                <a:lnTo>
                  <a:pt x="892" y="4516"/>
                </a:lnTo>
                <a:cubicBezTo>
                  <a:pt x="1211" y="4516"/>
                  <a:pt x="1529" y="4325"/>
                  <a:pt x="1657" y="4006"/>
                </a:cubicBezTo>
                <a:cubicBezTo>
                  <a:pt x="2039" y="3051"/>
                  <a:pt x="2421" y="2096"/>
                  <a:pt x="2930" y="1204"/>
                </a:cubicBezTo>
                <a:cubicBezTo>
                  <a:pt x="3231" y="559"/>
                  <a:pt x="2690" y="1"/>
                  <a:pt x="217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0;p22">
            <a:extLst>
              <a:ext uri="{FF2B5EF4-FFF2-40B4-BE49-F238E27FC236}">
                <a16:creationId xmlns:a16="http://schemas.microsoft.com/office/drawing/2014/main" id="{2DD8873D-F8B8-4993-BC7D-F162F5E211E5}"/>
              </a:ext>
            </a:extLst>
          </p:cNvPr>
          <p:cNvSpPr/>
          <p:nvPr userDrawn="1"/>
        </p:nvSpPr>
        <p:spPr>
          <a:xfrm>
            <a:off x="367249" y="2134664"/>
            <a:ext cx="213963" cy="213963"/>
          </a:xfrm>
          <a:custGeom>
            <a:avLst/>
            <a:gdLst/>
            <a:ahLst/>
            <a:cxnLst/>
            <a:rect l="l" t="t" r="r" b="b"/>
            <a:pathLst>
              <a:path w="8917" h="8917" extrusionOk="0">
                <a:moveTo>
                  <a:pt x="4459" y="1"/>
                </a:moveTo>
                <a:lnTo>
                  <a:pt x="1" y="4459"/>
                </a:lnTo>
                <a:lnTo>
                  <a:pt x="1656" y="6114"/>
                </a:lnTo>
                <a:lnTo>
                  <a:pt x="1656" y="6178"/>
                </a:lnTo>
                <a:cubicBezTo>
                  <a:pt x="1338" y="6496"/>
                  <a:pt x="1338" y="7006"/>
                  <a:pt x="1656" y="7324"/>
                </a:cubicBezTo>
                <a:cubicBezTo>
                  <a:pt x="1784" y="7452"/>
                  <a:pt x="1975" y="7515"/>
                  <a:pt x="2230" y="7515"/>
                </a:cubicBezTo>
                <a:cubicBezTo>
                  <a:pt x="2421" y="7515"/>
                  <a:pt x="2612" y="7452"/>
                  <a:pt x="2803" y="7261"/>
                </a:cubicBezTo>
                <a:lnTo>
                  <a:pt x="4459" y="8916"/>
                </a:lnTo>
                <a:lnTo>
                  <a:pt x="8916" y="4459"/>
                </a:lnTo>
                <a:lnTo>
                  <a:pt x="445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61;p22">
            <a:extLst>
              <a:ext uri="{FF2B5EF4-FFF2-40B4-BE49-F238E27FC236}">
                <a16:creationId xmlns:a16="http://schemas.microsoft.com/office/drawing/2014/main" id="{C4AF761A-9D9F-42A1-9A36-A39468EA4F15}"/>
              </a:ext>
            </a:extLst>
          </p:cNvPr>
          <p:cNvSpPr/>
          <p:nvPr userDrawn="1"/>
        </p:nvSpPr>
        <p:spPr>
          <a:xfrm>
            <a:off x="274339" y="2335385"/>
            <a:ext cx="87126" cy="100059"/>
          </a:xfrm>
          <a:custGeom>
            <a:avLst/>
            <a:gdLst/>
            <a:ahLst/>
            <a:cxnLst/>
            <a:rect l="l" t="t" r="r" b="b"/>
            <a:pathLst>
              <a:path w="3631" h="4170" extrusionOk="0">
                <a:moveTo>
                  <a:pt x="2782" y="0"/>
                </a:moveTo>
                <a:cubicBezTo>
                  <a:pt x="2549" y="0"/>
                  <a:pt x="2314" y="100"/>
                  <a:pt x="2166" y="285"/>
                </a:cubicBezTo>
                <a:cubicBezTo>
                  <a:pt x="1465" y="1113"/>
                  <a:pt x="829" y="2005"/>
                  <a:pt x="255" y="2960"/>
                </a:cubicBezTo>
                <a:cubicBezTo>
                  <a:pt x="1" y="3342"/>
                  <a:pt x="128" y="3788"/>
                  <a:pt x="510" y="4042"/>
                </a:cubicBezTo>
                <a:cubicBezTo>
                  <a:pt x="637" y="4106"/>
                  <a:pt x="765" y="4170"/>
                  <a:pt x="892" y="4170"/>
                </a:cubicBezTo>
                <a:cubicBezTo>
                  <a:pt x="1211" y="4170"/>
                  <a:pt x="1465" y="4042"/>
                  <a:pt x="1593" y="3788"/>
                </a:cubicBezTo>
                <a:cubicBezTo>
                  <a:pt x="2166" y="2960"/>
                  <a:pt x="2739" y="2068"/>
                  <a:pt x="3376" y="1304"/>
                </a:cubicBezTo>
                <a:cubicBezTo>
                  <a:pt x="3631" y="922"/>
                  <a:pt x="3567" y="412"/>
                  <a:pt x="3249" y="158"/>
                </a:cubicBezTo>
                <a:cubicBezTo>
                  <a:pt x="3116" y="51"/>
                  <a:pt x="2949" y="0"/>
                  <a:pt x="278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62;p22">
            <a:extLst>
              <a:ext uri="{FF2B5EF4-FFF2-40B4-BE49-F238E27FC236}">
                <a16:creationId xmlns:a16="http://schemas.microsoft.com/office/drawing/2014/main" id="{85F2B60F-4596-49E2-9A8C-77474C7073EA}"/>
              </a:ext>
            </a:extLst>
          </p:cNvPr>
          <p:cNvSpPr/>
          <p:nvPr userDrawn="1"/>
        </p:nvSpPr>
        <p:spPr>
          <a:xfrm>
            <a:off x="323701" y="3333409"/>
            <a:ext cx="222626" cy="225985"/>
          </a:xfrm>
          <a:custGeom>
            <a:avLst/>
            <a:gdLst/>
            <a:ahLst/>
            <a:cxnLst/>
            <a:rect l="l" t="t" r="r" b="b"/>
            <a:pathLst>
              <a:path w="9278" h="9418" extrusionOk="0">
                <a:moveTo>
                  <a:pt x="1102" y="1"/>
                </a:moveTo>
                <a:cubicBezTo>
                  <a:pt x="511" y="1"/>
                  <a:pt x="0" y="732"/>
                  <a:pt x="552" y="1330"/>
                </a:cubicBezTo>
                <a:cubicBezTo>
                  <a:pt x="1062" y="1966"/>
                  <a:pt x="1635" y="2603"/>
                  <a:pt x="2144" y="3176"/>
                </a:cubicBezTo>
                <a:lnTo>
                  <a:pt x="361" y="4959"/>
                </a:lnTo>
                <a:lnTo>
                  <a:pt x="4819" y="9417"/>
                </a:lnTo>
                <a:lnTo>
                  <a:pt x="9277" y="4959"/>
                </a:lnTo>
                <a:lnTo>
                  <a:pt x="4819" y="502"/>
                </a:lnTo>
                <a:lnTo>
                  <a:pt x="3291" y="2094"/>
                </a:lnTo>
                <a:cubicBezTo>
                  <a:pt x="2781" y="1521"/>
                  <a:pt x="2272" y="947"/>
                  <a:pt x="1762" y="374"/>
                </a:cubicBezTo>
                <a:cubicBezTo>
                  <a:pt x="1568" y="109"/>
                  <a:pt x="1329" y="1"/>
                  <a:pt x="110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63;p22">
            <a:extLst>
              <a:ext uri="{FF2B5EF4-FFF2-40B4-BE49-F238E27FC236}">
                <a16:creationId xmlns:a16="http://schemas.microsoft.com/office/drawing/2014/main" id="{74F293CF-9675-4CC9-ABDA-5EF3B9D99AB2}"/>
              </a:ext>
            </a:extLst>
          </p:cNvPr>
          <p:cNvSpPr/>
          <p:nvPr userDrawn="1"/>
        </p:nvSpPr>
        <p:spPr>
          <a:xfrm>
            <a:off x="908857" y="5159966"/>
            <a:ext cx="309464" cy="315150"/>
          </a:xfrm>
          <a:custGeom>
            <a:avLst/>
            <a:gdLst/>
            <a:ahLst/>
            <a:cxnLst/>
            <a:rect l="l" t="t" r="r" b="b"/>
            <a:pathLst>
              <a:path w="12897" h="13134" extrusionOk="0">
                <a:moveTo>
                  <a:pt x="1070" y="1"/>
                </a:moveTo>
                <a:cubicBezTo>
                  <a:pt x="523" y="1"/>
                  <a:pt x="0" y="567"/>
                  <a:pt x="351" y="1224"/>
                </a:cubicBezTo>
                <a:cubicBezTo>
                  <a:pt x="860" y="2179"/>
                  <a:pt x="1433" y="3071"/>
                  <a:pt x="2070" y="3963"/>
                </a:cubicBezTo>
                <a:cubicBezTo>
                  <a:pt x="2198" y="4154"/>
                  <a:pt x="2452" y="4281"/>
                  <a:pt x="2707" y="4345"/>
                </a:cubicBezTo>
                <a:lnTo>
                  <a:pt x="2834" y="4345"/>
                </a:lnTo>
                <a:lnTo>
                  <a:pt x="2834" y="10458"/>
                </a:lnTo>
                <a:lnTo>
                  <a:pt x="8439" y="10458"/>
                </a:lnTo>
                <a:cubicBezTo>
                  <a:pt x="8439" y="10713"/>
                  <a:pt x="8502" y="10968"/>
                  <a:pt x="8693" y="11095"/>
                </a:cubicBezTo>
                <a:cubicBezTo>
                  <a:pt x="9585" y="11796"/>
                  <a:pt x="10476" y="12433"/>
                  <a:pt x="11368" y="13006"/>
                </a:cubicBezTo>
                <a:cubicBezTo>
                  <a:pt x="11495" y="13133"/>
                  <a:pt x="11623" y="13133"/>
                  <a:pt x="11814" y="13133"/>
                </a:cubicBezTo>
                <a:cubicBezTo>
                  <a:pt x="12578" y="13133"/>
                  <a:pt x="12896" y="12114"/>
                  <a:pt x="12196" y="11732"/>
                </a:cubicBezTo>
                <a:lnTo>
                  <a:pt x="12196" y="11668"/>
                </a:lnTo>
                <a:cubicBezTo>
                  <a:pt x="11368" y="11095"/>
                  <a:pt x="10540" y="10458"/>
                  <a:pt x="9712" y="9822"/>
                </a:cubicBezTo>
                <a:cubicBezTo>
                  <a:pt x="9572" y="9728"/>
                  <a:pt x="9433" y="9669"/>
                  <a:pt x="9268" y="9669"/>
                </a:cubicBezTo>
                <a:cubicBezTo>
                  <a:pt x="9207" y="9669"/>
                  <a:pt x="9144" y="9677"/>
                  <a:pt x="9075" y="9694"/>
                </a:cubicBezTo>
                <a:lnTo>
                  <a:pt x="9075" y="4090"/>
                </a:lnTo>
                <a:lnTo>
                  <a:pt x="3217" y="4090"/>
                </a:lnTo>
                <a:cubicBezTo>
                  <a:pt x="3535" y="3835"/>
                  <a:pt x="3599" y="3389"/>
                  <a:pt x="3408" y="3071"/>
                </a:cubicBezTo>
                <a:cubicBezTo>
                  <a:pt x="2771" y="2179"/>
                  <a:pt x="2261" y="1288"/>
                  <a:pt x="1752" y="396"/>
                </a:cubicBezTo>
                <a:cubicBezTo>
                  <a:pt x="1573" y="118"/>
                  <a:pt x="1319" y="1"/>
                  <a:pt x="107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64;p22">
            <a:extLst>
              <a:ext uri="{FF2B5EF4-FFF2-40B4-BE49-F238E27FC236}">
                <a16:creationId xmlns:a16="http://schemas.microsoft.com/office/drawing/2014/main" id="{1B80542F-EDFA-4086-A15B-D41556308967}"/>
              </a:ext>
            </a:extLst>
          </p:cNvPr>
          <p:cNvSpPr/>
          <p:nvPr userDrawn="1"/>
        </p:nvSpPr>
        <p:spPr>
          <a:xfrm>
            <a:off x="1369345" y="5531793"/>
            <a:ext cx="125566" cy="57924"/>
          </a:xfrm>
          <a:custGeom>
            <a:avLst/>
            <a:gdLst/>
            <a:ahLst/>
            <a:cxnLst/>
            <a:rect l="l" t="t" r="r" b="b"/>
            <a:pathLst>
              <a:path w="5233" h="2414" extrusionOk="0">
                <a:moveTo>
                  <a:pt x="1161" y="0"/>
                </a:moveTo>
                <a:cubicBezTo>
                  <a:pt x="305" y="0"/>
                  <a:pt x="0" y="1357"/>
                  <a:pt x="1029" y="1586"/>
                </a:cubicBezTo>
                <a:cubicBezTo>
                  <a:pt x="2048" y="1904"/>
                  <a:pt x="3131" y="2159"/>
                  <a:pt x="4213" y="2413"/>
                </a:cubicBezTo>
                <a:lnTo>
                  <a:pt x="4341" y="2413"/>
                </a:lnTo>
                <a:cubicBezTo>
                  <a:pt x="4723" y="2413"/>
                  <a:pt x="5041" y="2095"/>
                  <a:pt x="5105" y="1713"/>
                </a:cubicBezTo>
                <a:cubicBezTo>
                  <a:pt x="5232" y="1331"/>
                  <a:pt x="4914" y="885"/>
                  <a:pt x="4468" y="821"/>
                </a:cubicBezTo>
                <a:cubicBezTo>
                  <a:pt x="3449" y="630"/>
                  <a:pt x="2430" y="376"/>
                  <a:pt x="1475" y="57"/>
                </a:cubicBezTo>
                <a:cubicBezTo>
                  <a:pt x="1364" y="18"/>
                  <a:pt x="1259" y="0"/>
                  <a:pt x="1161"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65;p22">
            <a:extLst>
              <a:ext uri="{FF2B5EF4-FFF2-40B4-BE49-F238E27FC236}">
                <a16:creationId xmlns:a16="http://schemas.microsoft.com/office/drawing/2014/main" id="{B2FDC07E-C76E-4C82-83FF-B886DA50D93A}"/>
              </a:ext>
            </a:extLst>
          </p:cNvPr>
          <p:cNvSpPr/>
          <p:nvPr userDrawn="1"/>
        </p:nvSpPr>
        <p:spPr>
          <a:xfrm>
            <a:off x="819331" y="4870946"/>
            <a:ext cx="53629" cy="112105"/>
          </a:xfrm>
          <a:custGeom>
            <a:avLst/>
            <a:gdLst/>
            <a:ahLst/>
            <a:cxnLst/>
            <a:rect l="l" t="t" r="r" b="b"/>
            <a:pathLst>
              <a:path w="2235" h="4672" extrusionOk="0">
                <a:moveTo>
                  <a:pt x="875" y="1"/>
                </a:moveTo>
                <a:cubicBezTo>
                  <a:pt x="440" y="1"/>
                  <a:pt x="0" y="326"/>
                  <a:pt x="70" y="915"/>
                </a:cubicBezTo>
                <a:cubicBezTo>
                  <a:pt x="197" y="1933"/>
                  <a:pt x="388" y="3016"/>
                  <a:pt x="643" y="4099"/>
                </a:cubicBezTo>
                <a:cubicBezTo>
                  <a:pt x="706" y="4417"/>
                  <a:pt x="1025" y="4672"/>
                  <a:pt x="1407" y="4672"/>
                </a:cubicBezTo>
                <a:lnTo>
                  <a:pt x="1598" y="4672"/>
                </a:lnTo>
                <a:cubicBezTo>
                  <a:pt x="1980" y="4608"/>
                  <a:pt x="2235" y="4162"/>
                  <a:pt x="2171" y="3780"/>
                </a:cubicBezTo>
                <a:cubicBezTo>
                  <a:pt x="1916" y="2761"/>
                  <a:pt x="1789" y="1742"/>
                  <a:pt x="1662" y="723"/>
                </a:cubicBezTo>
                <a:cubicBezTo>
                  <a:pt x="1604" y="230"/>
                  <a:pt x="1241" y="1"/>
                  <a:pt x="87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66;p22">
            <a:extLst>
              <a:ext uri="{FF2B5EF4-FFF2-40B4-BE49-F238E27FC236}">
                <a16:creationId xmlns:a16="http://schemas.microsoft.com/office/drawing/2014/main" id="{2061B620-634A-4EEF-AD9F-0D944706C19B}"/>
              </a:ext>
            </a:extLst>
          </p:cNvPr>
          <p:cNvSpPr/>
          <p:nvPr userDrawn="1"/>
        </p:nvSpPr>
        <p:spPr>
          <a:xfrm>
            <a:off x="849997" y="5019619"/>
            <a:ext cx="71865" cy="110137"/>
          </a:xfrm>
          <a:custGeom>
            <a:avLst/>
            <a:gdLst/>
            <a:ahLst/>
            <a:cxnLst/>
            <a:rect l="l" t="t" r="r" b="b"/>
            <a:pathLst>
              <a:path w="2995" h="4590" extrusionOk="0">
                <a:moveTo>
                  <a:pt x="965" y="1"/>
                </a:moveTo>
                <a:cubicBezTo>
                  <a:pt x="483" y="1"/>
                  <a:pt x="0" y="407"/>
                  <a:pt x="193" y="1023"/>
                </a:cubicBezTo>
                <a:cubicBezTo>
                  <a:pt x="511" y="2106"/>
                  <a:pt x="893" y="3125"/>
                  <a:pt x="1339" y="4080"/>
                </a:cubicBezTo>
                <a:cubicBezTo>
                  <a:pt x="1466" y="4398"/>
                  <a:pt x="1785" y="4590"/>
                  <a:pt x="2103" y="4590"/>
                </a:cubicBezTo>
                <a:cubicBezTo>
                  <a:pt x="2167" y="4590"/>
                  <a:pt x="2294" y="4526"/>
                  <a:pt x="2422" y="4526"/>
                </a:cubicBezTo>
                <a:cubicBezTo>
                  <a:pt x="2804" y="4335"/>
                  <a:pt x="2995" y="3889"/>
                  <a:pt x="2804" y="3443"/>
                </a:cubicBezTo>
                <a:cubicBezTo>
                  <a:pt x="2422" y="2488"/>
                  <a:pt x="2040" y="1533"/>
                  <a:pt x="1721" y="577"/>
                </a:cubicBezTo>
                <a:cubicBezTo>
                  <a:pt x="1595" y="175"/>
                  <a:pt x="1280" y="1"/>
                  <a:pt x="96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67;p22">
            <a:extLst>
              <a:ext uri="{FF2B5EF4-FFF2-40B4-BE49-F238E27FC236}">
                <a16:creationId xmlns:a16="http://schemas.microsoft.com/office/drawing/2014/main" id="{624B2890-56F5-47EA-9C72-8D06CDE9E0D5}"/>
              </a:ext>
            </a:extLst>
          </p:cNvPr>
          <p:cNvSpPr/>
          <p:nvPr userDrawn="1"/>
        </p:nvSpPr>
        <p:spPr>
          <a:xfrm>
            <a:off x="759872" y="4662142"/>
            <a:ext cx="151288" cy="171156"/>
          </a:xfrm>
          <a:custGeom>
            <a:avLst/>
            <a:gdLst/>
            <a:ahLst/>
            <a:cxnLst/>
            <a:rect l="l" t="t" r="r" b="b"/>
            <a:pathLst>
              <a:path w="6305" h="7133" extrusionOk="0">
                <a:moveTo>
                  <a:pt x="0" y="0"/>
                </a:moveTo>
                <a:lnTo>
                  <a:pt x="0" y="6305"/>
                </a:lnTo>
                <a:lnTo>
                  <a:pt x="2357" y="6305"/>
                </a:lnTo>
                <a:cubicBezTo>
                  <a:pt x="2357" y="6751"/>
                  <a:pt x="2739" y="7133"/>
                  <a:pt x="3184" y="7133"/>
                </a:cubicBezTo>
                <a:cubicBezTo>
                  <a:pt x="3567" y="7133"/>
                  <a:pt x="3949" y="6751"/>
                  <a:pt x="3949" y="6305"/>
                </a:cubicBezTo>
                <a:lnTo>
                  <a:pt x="6305" y="6305"/>
                </a:lnTo>
                <a:lnTo>
                  <a:pt x="6305"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68;p22">
            <a:extLst>
              <a:ext uri="{FF2B5EF4-FFF2-40B4-BE49-F238E27FC236}">
                <a16:creationId xmlns:a16="http://schemas.microsoft.com/office/drawing/2014/main" id="{6CB1D335-8DE3-4CB2-90D0-EFA493D1B9BE}"/>
              </a:ext>
            </a:extLst>
          </p:cNvPr>
          <p:cNvSpPr/>
          <p:nvPr userDrawn="1"/>
        </p:nvSpPr>
        <p:spPr>
          <a:xfrm>
            <a:off x="1228302" y="5474997"/>
            <a:ext cx="126022" cy="70401"/>
          </a:xfrm>
          <a:custGeom>
            <a:avLst/>
            <a:gdLst/>
            <a:ahLst/>
            <a:cxnLst/>
            <a:rect l="l" t="t" r="r" b="b"/>
            <a:pathLst>
              <a:path w="5252" h="2934" extrusionOk="0">
                <a:moveTo>
                  <a:pt x="1122" y="1"/>
                </a:moveTo>
                <a:cubicBezTo>
                  <a:pt x="404" y="1"/>
                  <a:pt x="0" y="1104"/>
                  <a:pt x="857" y="1533"/>
                </a:cubicBezTo>
                <a:cubicBezTo>
                  <a:pt x="1812" y="2042"/>
                  <a:pt x="2768" y="2488"/>
                  <a:pt x="3787" y="2870"/>
                </a:cubicBezTo>
                <a:cubicBezTo>
                  <a:pt x="3914" y="2934"/>
                  <a:pt x="3978" y="2934"/>
                  <a:pt x="4105" y="2934"/>
                </a:cubicBezTo>
                <a:cubicBezTo>
                  <a:pt x="4997" y="2934"/>
                  <a:pt x="5251" y="1724"/>
                  <a:pt x="4423" y="1405"/>
                </a:cubicBezTo>
                <a:cubicBezTo>
                  <a:pt x="3468" y="1023"/>
                  <a:pt x="2513" y="641"/>
                  <a:pt x="1558" y="131"/>
                </a:cubicBezTo>
                <a:cubicBezTo>
                  <a:pt x="1406" y="40"/>
                  <a:pt x="1258" y="1"/>
                  <a:pt x="112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70;p22">
            <a:extLst>
              <a:ext uri="{FF2B5EF4-FFF2-40B4-BE49-F238E27FC236}">
                <a16:creationId xmlns:a16="http://schemas.microsoft.com/office/drawing/2014/main" id="{705B51DA-8BA4-4C09-9F5C-D533366B8A9E}"/>
              </a:ext>
            </a:extLst>
          </p:cNvPr>
          <p:cNvSpPr/>
          <p:nvPr userDrawn="1"/>
        </p:nvSpPr>
        <p:spPr>
          <a:xfrm>
            <a:off x="3068815" y="2266073"/>
            <a:ext cx="230784" cy="230784"/>
          </a:xfrm>
          <a:custGeom>
            <a:avLst/>
            <a:gdLst/>
            <a:ahLst/>
            <a:cxnLst/>
            <a:rect l="l" t="t" r="r" b="b"/>
            <a:pathLst>
              <a:path w="9618" h="9618" extrusionOk="0">
                <a:moveTo>
                  <a:pt x="1" y="1"/>
                </a:moveTo>
                <a:lnTo>
                  <a:pt x="1"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71;p22">
            <a:extLst>
              <a:ext uri="{FF2B5EF4-FFF2-40B4-BE49-F238E27FC236}">
                <a16:creationId xmlns:a16="http://schemas.microsoft.com/office/drawing/2014/main" id="{5076D1BA-3A19-4743-AF2E-AA9567FA8FE7}"/>
              </a:ext>
            </a:extLst>
          </p:cNvPr>
          <p:cNvSpPr/>
          <p:nvPr userDrawn="1"/>
        </p:nvSpPr>
        <p:spPr>
          <a:xfrm>
            <a:off x="3923154" y="536777"/>
            <a:ext cx="230760" cy="230784"/>
          </a:xfrm>
          <a:custGeom>
            <a:avLst/>
            <a:gdLst/>
            <a:ahLst/>
            <a:cxnLst/>
            <a:rect l="l" t="t" r="r" b="b"/>
            <a:pathLst>
              <a:path w="9617" h="9618" extrusionOk="0">
                <a:moveTo>
                  <a:pt x="1" y="1"/>
                </a:moveTo>
                <a:lnTo>
                  <a:pt x="1"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72;p22">
            <a:extLst>
              <a:ext uri="{FF2B5EF4-FFF2-40B4-BE49-F238E27FC236}">
                <a16:creationId xmlns:a16="http://schemas.microsoft.com/office/drawing/2014/main" id="{3BEDF209-CF60-40CF-A9A3-F2BD61D4A546}"/>
              </a:ext>
            </a:extLst>
          </p:cNvPr>
          <p:cNvSpPr/>
          <p:nvPr userDrawn="1"/>
        </p:nvSpPr>
        <p:spPr>
          <a:xfrm>
            <a:off x="3954889" y="1184623"/>
            <a:ext cx="230760" cy="230784"/>
          </a:xfrm>
          <a:custGeom>
            <a:avLst/>
            <a:gdLst/>
            <a:ahLst/>
            <a:cxnLst/>
            <a:rect l="l" t="t" r="r" b="b"/>
            <a:pathLst>
              <a:path w="9617" h="9618" extrusionOk="0">
                <a:moveTo>
                  <a:pt x="0" y="1"/>
                </a:moveTo>
                <a:lnTo>
                  <a:pt x="0"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73;p22">
            <a:extLst>
              <a:ext uri="{FF2B5EF4-FFF2-40B4-BE49-F238E27FC236}">
                <a16:creationId xmlns:a16="http://schemas.microsoft.com/office/drawing/2014/main" id="{150EABB0-7AD2-4350-A917-B452DF401857}"/>
              </a:ext>
            </a:extLst>
          </p:cNvPr>
          <p:cNvSpPr/>
          <p:nvPr userDrawn="1"/>
        </p:nvSpPr>
        <p:spPr>
          <a:xfrm>
            <a:off x="1941539" y="4762981"/>
            <a:ext cx="453865" cy="58375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74;p22">
            <a:extLst>
              <a:ext uri="{FF2B5EF4-FFF2-40B4-BE49-F238E27FC236}">
                <a16:creationId xmlns:a16="http://schemas.microsoft.com/office/drawing/2014/main" id="{AC519579-DDBB-4186-9C9E-8AEE4824AD79}"/>
              </a:ext>
            </a:extLst>
          </p:cNvPr>
          <p:cNvSpPr/>
          <p:nvPr userDrawn="1"/>
        </p:nvSpPr>
        <p:spPr>
          <a:xfrm>
            <a:off x="2039334" y="4879325"/>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75;p22">
            <a:extLst>
              <a:ext uri="{FF2B5EF4-FFF2-40B4-BE49-F238E27FC236}">
                <a16:creationId xmlns:a16="http://schemas.microsoft.com/office/drawing/2014/main" id="{FB3E551C-E136-4926-9179-90D1BE68DCD3}"/>
              </a:ext>
            </a:extLst>
          </p:cNvPr>
          <p:cNvSpPr/>
          <p:nvPr userDrawn="1"/>
        </p:nvSpPr>
        <p:spPr>
          <a:xfrm>
            <a:off x="2039334" y="4952677"/>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76;p22">
            <a:extLst>
              <a:ext uri="{FF2B5EF4-FFF2-40B4-BE49-F238E27FC236}">
                <a16:creationId xmlns:a16="http://schemas.microsoft.com/office/drawing/2014/main" id="{DCBB1438-4F3A-471A-A77B-B39AA45CF6FA}"/>
              </a:ext>
            </a:extLst>
          </p:cNvPr>
          <p:cNvSpPr/>
          <p:nvPr userDrawn="1"/>
        </p:nvSpPr>
        <p:spPr>
          <a:xfrm>
            <a:off x="2039334" y="5026006"/>
            <a:ext cx="212428" cy="38248"/>
          </a:xfrm>
          <a:custGeom>
            <a:avLst/>
            <a:gdLst/>
            <a:ahLst/>
            <a:cxnLst/>
            <a:rect l="l" t="t" r="r" b="b"/>
            <a:pathLst>
              <a:path w="8853" h="1594" extrusionOk="0">
                <a:moveTo>
                  <a:pt x="1" y="1"/>
                </a:moveTo>
                <a:lnTo>
                  <a:pt x="1" y="1593"/>
                </a:lnTo>
                <a:lnTo>
                  <a:pt x="8853" y="1593"/>
                </a:lnTo>
                <a:lnTo>
                  <a:pt x="8853"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77;p22">
            <a:extLst>
              <a:ext uri="{FF2B5EF4-FFF2-40B4-BE49-F238E27FC236}">
                <a16:creationId xmlns:a16="http://schemas.microsoft.com/office/drawing/2014/main" id="{3CC9B501-8B84-4811-9C80-304400601E8C}"/>
              </a:ext>
            </a:extLst>
          </p:cNvPr>
          <p:cNvSpPr/>
          <p:nvPr userDrawn="1"/>
        </p:nvSpPr>
        <p:spPr>
          <a:xfrm>
            <a:off x="5697155" y="3007207"/>
            <a:ext cx="385096" cy="427903"/>
          </a:xfrm>
          <a:custGeom>
            <a:avLst/>
            <a:gdLst/>
            <a:ahLst/>
            <a:cxnLst/>
            <a:rect l="l" t="t" r="r" b="b"/>
            <a:pathLst>
              <a:path w="16049" h="17833" extrusionOk="0">
                <a:moveTo>
                  <a:pt x="8024" y="2166"/>
                </a:moveTo>
                <a:lnTo>
                  <a:pt x="14456" y="8216"/>
                </a:lnTo>
                <a:lnTo>
                  <a:pt x="14456" y="16240"/>
                </a:lnTo>
                <a:lnTo>
                  <a:pt x="11081" y="16240"/>
                </a:lnTo>
                <a:lnTo>
                  <a:pt x="11081" y="9872"/>
                </a:lnTo>
                <a:lnTo>
                  <a:pt x="4968" y="9872"/>
                </a:lnTo>
                <a:lnTo>
                  <a:pt x="4968" y="16240"/>
                </a:lnTo>
                <a:lnTo>
                  <a:pt x="1592" y="16240"/>
                </a:lnTo>
                <a:lnTo>
                  <a:pt x="1592" y="8216"/>
                </a:lnTo>
                <a:lnTo>
                  <a:pt x="8024" y="2166"/>
                </a:lnTo>
                <a:close/>
                <a:moveTo>
                  <a:pt x="8024" y="1"/>
                </a:moveTo>
                <a:lnTo>
                  <a:pt x="0" y="7515"/>
                </a:lnTo>
                <a:lnTo>
                  <a:pt x="0" y="17832"/>
                </a:lnTo>
                <a:lnTo>
                  <a:pt x="6560" y="17832"/>
                </a:lnTo>
                <a:lnTo>
                  <a:pt x="6560" y="11464"/>
                </a:lnTo>
                <a:lnTo>
                  <a:pt x="9489" y="11464"/>
                </a:lnTo>
                <a:lnTo>
                  <a:pt x="9489" y="17832"/>
                </a:lnTo>
                <a:lnTo>
                  <a:pt x="16049" y="17832"/>
                </a:lnTo>
                <a:lnTo>
                  <a:pt x="16049" y="7515"/>
                </a:lnTo>
                <a:lnTo>
                  <a:pt x="802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78;p22">
            <a:extLst>
              <a:ext uri="{FF2B5EF4-FFF2-40B4-BE49-F238E27FC236}">
                <a16:creationId xmlns:a16="http://schemas.microsoft.com/office/drawing/2014/main" id="{F67F4B35-8434-4579-B2FE-4B4A3B80BD65}"/>
              </a:ext>
            </a:extLst>
          </p:cNvPr>
          <p:cNvSpPr/>
          <p:nvPr userDrawn="1"/>
        </p:nvSpPr>
        <p:spPr>
          <a:xfrm>
            <a:off x="3242653" y="536777"/>
            <a:ext cx="504279" cy="431958"/>
          </a:xfrm>
          <a:custGeom>
            <a:avLst/>
            <a:gdLst/>
            <a:ahLst/>
            <a:cxnLst/>
            <a:rect l="l" t="t" r="r" b="b"/>
            <a:pathLst>
              <a:path w="21016" h="18002" extrusionOk="0">
                <a:moveTo>
                  <a:pt x="8980" y="1635"/>
                </a:moveTo>
                <a:cubicBezTo>
                  <a:pt x="15603" y="1635"/>
                  <a:pt x="18851" y="9595"/>
                  <a:pt x="14202" y="14244"/>
                </a:cubicBezTo>
                <a:cubicBezTo>
                  <a:pt x="12701" y="15745"/>
                  <a:pt x="10855" y="16416"/>
                  <a:pt x="9043" y="16416"/>
                </a:cubicBezTo>
                <a:cubicBezTo>
                  <a:pt x="5242" y="16416"/>
                  <a:pt x="1592" y="13464"/>
                  <a:pt x="1592" y="9022"/>
                </a:cubicBezTo>
                <a:cubicBezTo>
                  <a:pt x="1592" y="4883"/>
                  <a:pt x="4904" y="1635"/>
                  <a:pt x="8980" y="1635"/>
                </a:cubicBezTo>
                <a:close/>
                <a:moveTo>
                  <a:pt x="9054" y="0"/>
                </a:moveTo>
                <a:cubicBezTo>
                  <a:pt x="4432" y="0"/>
                  <a:pt x="0" y="3593"/>
                  <a:pt x="0" y="9022"/>
                </a:cubicBezTo>
                <a:cubicBezTo>
                  <a:pt x="0" y="13926"/>
                  <a:pt x="4012" y="18001"/>
                  <a:pt x="8980" y="18001"/>
                </a:cubicBezTo>
                <a:cubicBezTo>
                  <a:pt x="17004" y="18001"/>
                  <a:pt x="21016" y="8322"/>
                  <a:pt x="15348" y="2654"/>
                </a:cubicBezTo>
                <a:cubicBezTo>
                  <a:pt x="13515" y="821"/>
                  <a:pt x="11263" y="0"/>
                  <a:pt x="905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79;p22">
            <a:extLst>
              <a:ext uri="{FF2B5EF4-FFF2-40B4-BE49-F238E27FC236}">
                <a16:creationId xmlns:a16="http://schemas.microsoft.com/office/drawing/2014/main" id="{79A28873-E743-4674-95DA-443EBC878FB0}"/>
              </a:ext>
            </a:extLst>
          </p:cNvPr>
          <p:cNvSpPr/>
          <p:nvPr userDrawn="1"/>
        </p:nvSpPr>
        <p:spPr>
          <a:xfrm>
            <a:off x="3399790" y="609242"/>
            <a:ext cx="97804" cy="226177"/>
          </a:xfrm>
          <a:custGeom>
            <a:avLst/>
            <a:gdLst/>
            <a:ahLst/>
            <a:cxnLst/>
            <a:rect l="l" t="t" r="r" b="b"/>
            <a:pathLst>
              <a:path w="4076" h="9426" extrusionOk="0">
                <a:moveTo>
                  <a:pt x="2484" y="1"/>
                </a:moveTo>
                <a:lnTo>
                  <a:pt x="2484" y="5668"/>
                </a:lnTo>
                <a:lnTo>
                  <a:pt x="0" y="8279"/>
                </a:lnTo>
                <a:lnTo>
                  <a:pt x="1146" y="9426"/>
                </a:lnTo>
                <a:lnTo>
                  <a:pt x="4076" y="6305"/>
                </a:lnTo>
                <a:lnTo>
                  <a:pt x="407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80;p22">
            <a:extLst>
              <a:ext uri="{FF2B5EF4-FFF2-40B4-BE49-F238E27FC236}">
                <a16:creationId xmlns:a16="http://schemas.microsoft.com/office/drawing/2014/main" id="{419C0050-D885-4FD0-8474-4E8A77BA0BD3}"/>
              </a:ext>
            </a:extLst>
          </p:cNvPr>
          <p:cNvSpPr/>
          <p:nvPr userDrawn="1"/>
        </p:nvSpPr>
        <p:spPr>
          <a:xfrm>
            <a:off x="836248" y="3062035"/>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81;p22">
            <a:extLst>
              <a:ext uri="{FF2B5EF4-FFF2-40B4-BE49-F238E27FC236}">
                <a16:creationId xmlns:a16="http://schemas.microsoft.com/office/drawing/2014/main" id="{DABB31F4-7692-46E7-93E2-A6210534B82C}"/>
              </a:ext>
            </a:extLst>
          </p:cNvPr>
          <p:cNvSpPr/>
          <p:nvPr userDrawn="1"/>
        </p:nvSpPr>
        <p:spPr>
          <a:xfrm>
            <a:off x="1248866" y="2068954"/>
            <a:ext cx="145194" cy="145194"/>
          </a:xfrm>
          <a:custGeom>
            <a:avLst/>
            <a:gdLst/>
            <a:ahLst/>
            <a:cxnLst/>
            <a:rect l="l" t="t" r="r" b="b"/>
            <a:pathLst>
              <a:path w="6051" h="6051" extrusionOk="0">
                <a:moveTo>
                  <a:pt x="1146" y="1"/>
                </a:moveTo>
                <a:lnTo>
                  <a:pt x="0" y="1147"/>
                </a:lnTo>
                <a:lnTo>
                  <a:pt x="1911" y="3057"/>
                </a:lnTo>
                <a:lnTo>
                  <a:pt x="0" y="4904"/>
                </a:lnTo>
                <a:lnTo>
                  <a:pt x="1146" y="6051"/>
                </a:lnTo>
                <a:lnTo>
                  <a:pt x="3057" y="4140"/>
                </a:lnTo>
                <a:lnTo>
                  <a:pt x="4904" y="6051"/>
                </a:lnTo>
                <a:lnTo>
                  <a:pt x="6050" y="4904"/>
                </a:lnTo>
                <a:lnTo>
                  <a:pt x="4140" y="3057"/>
                </a:lnTo>
                <a:lnTo>
                  <a:pt x="6050" y="1147"/>
                </a:lnTo>
                <a:lnTo>
                  <a:pt x="4904" y="1"/>
                </a:lnTo>
                <a:lnTo>
                  <a:pt x="3057" y="1911"/>
                </a:lnTo>
                <a:lnTo>
                  <a:pt x="114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82;p22">
            <a:extLst>
              <a:ext uri="{FF2B5EF4-FFF2-40B4-BE49-F238E27FC236}">
                <a16:creationId xmlns:a16="http://schemas.microsoft.com/office/drawing/2014/main" id="{6DC80DF7-A283-470E-958B-BA6D28B4BA03}"/>
              </a:ext>
            </a:extLst>
          </p:cNvPr>
          <p:cNvSpPr/>
          <p:nvPr userDrawn="1"/>
        </p:nvSpPr>
        <p:spPr>
          <a:xfrm>
            <a:off x="5674216" y="889264"/>
            <a:ext cx="143682" cy="145194"/>
          </a:xfrm>
          <a:custGeom>
            <a:avLst/>
            <a:gdLst/>
            <a:ahLst/>
            <a:cxnLst/>
            <a:rect l="l" t="t" r="r" b="b"/>
            <a:pathLst>
              <a:path w="5988" h="6051" extrusionOk="0">
                <a:moveTo>
                  <a:pt x="1084" y="1"/>
                </a:moveTo>
                <a:lnTo>
                  <a:pt x="1" y="1147"/>
                </a:lnTo>
                <a:lnTo>
                  <a:pt x="1848" y="3057"/>
                </a:lnTo>
                <a:lnTo>
                  <a:pt x="1" y="4904"/>
                </a:lnTo>
                <a:lnTo>
                  <a:pt x="1084" y="6051"/>
                </a:lnTo>
                <a:lnTo>
                  <a:pt x="2994" y="4140"/>
                </a:lnTo>
                <a:lnTo>
                  <a:pt x="4905" y="6051"/>
                </a:lnTo>
                <a:lnTo>
                  <a:pt x="5987" y="4904"/>
                </a:lnTo>
                <a:lnTo>
                  <a:pt x="4140" y="3057"/>
                </a:lnTo>
                <a:lnTo>
                  <a:pt x="5987" y="1147"/>
                </a:lnTo>
                <a:lnTo>
                  <a:pt x="4905" y="1"/>
                </a:lnTo>
                <a:lnTo>
                  <a:pt x="2994" y="1911"/>
                </a:lnTo>
                <a:lnTo>
                  <a:pt x="108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83;p22">
            <a:extLst>
              <a:ext uri="{FF2B5EF4-FFF2-40B4-BE49-F238E27FC236}">
                <a16:creationId xmlns:a16="http://schemas.microsoft.com/office/drawing/2014/main" id="{87C23C43-DEF9-4AC7-80F9-0A167D700754}"/>
              </a:ext>
            </a:extLst>
          </p:cNvPr>
          <p:cNvSpPr/>
          <p:nvPr userDrawn="1"/>
        </p:nvSpPr>
        <p:spPr>
          <a:xfrm>
            <a:off x="779715" y="3593021"/>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84;p22">
            <a:extLst>
              <a:ext uri="{FF2B5EF4-FFF2-40B4-BE49-F238E27FC236}">
                <a16:creationId xmlns:a16="http://schemas.microsoft.com/office/drawing/2014/main" id="{BF67097B-31A8-4637-AD52-FD3D2949DA47}"/>
              </a:ext>
            </a:extLst>
          </p:cNvPr>
          <p:cNvSpPr/>
          <p:nvPr userDrawn="1"/>
        </p:nvSpPr>
        <p:spPr>
          <a:xfrm>
            <a:off x="1907457" y="2058252"/>
            <a:ext cx="165062" cy="166597"/>
          </a:xfrm>
          <a:custGeom>
            <a:avLst/>
            <a:gdLst/>
            <a:ahLst/>
            <a:cxnLst/>
            <a:rect l="l" t="t" r="r" b="b"/>
            <a:pathLst>
              <a:path w="6879" h="6943" extrusionOk="0">
                <a:moveTo>
                  <a:pt x="2612" y="1"/>
                </a:moveTo>
                <a:lnTo>
                  <a:pt x="2612" y="2676"/>
                </a:lnTo>
                <a:lnTo>
                  <a:pt x="1" y="2676"/>
                </a:lnTo>
                <a:lnTo>
                  <a:pt x="1" y="4268"/>
                </a:lnTo>
                <a:lnTo>
                  <a:pt x="2612" y="4268"/>
                </a:lnTo>
                <a:lnTo>
                  <a:pt x="2612" y="6942"/>
                </a:lnTo>
                <a:lnTo>
                  <a:pt x="4204" y="6942"/>
                </a:lnTo>
                <a:lnTo>
                  <a:pt x="4204" y="4268"/>
                </a:lnTo>
                <a:lnTo>
                  <a:pt x="6879" y="4268"/>
                </a:lnTo>
                <a:lnTo>
                  <a:pt x="6879" y="2676"/>
                </a:lnTo>
                <a:lnTo>
                  <a:pt x="4204" y="2676"/>
                </a:lnTo>
                <a:lnTo>
                  <a:pt x="420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85;p22">
            <a:extLst>
              <a:ext uri="{FF2B5EF4-FFF2-40B4-BE49-F238E27FC236}">
                <a16:creationId xmlns:a16="http://schemas.microsoft.com/office/drawing/2014/main" id="{38D8A0C0-7E5C-4345-96BA-5698735FF6C0}"/>
              </a:ext>
            </a:extLst>
          </p:cNvPr>
          <p:cNvSpPr/>
          <p:nvPr userDrawn="1"/>
        </p:nvSpPr>
        <p:spPr>
          <a:xfrm>
            <a:off x="2587475" y="2076585"/>
            <a:ext cx="1453233" cy="129933"/>
          </a:xfrm>
          <a:custGeom>
            <a:avLst/>
            <a:gdLst/>
            <a:ahLst/>
            <a:cxnLst/>
            <a:rect l="l" t="t" r="r" b="b"/>
            <a:pathLst>
              <a:path w="60564" h="5415" extrusionOk="0">
                <a:moveTo>
                  <a:pt x="55851" y="1"/>
                </a:moveTo>
                <a:lnTo>
                  <a:pt x="55851" y="1912"/>
                </a:lnTo>
                <a:lnTo>
                  <a:pt x="1083" y="1912"/>
                </a:lnTo>
                <a:cubicBezTo>
                  <a:pt x="0" y="1912"/>
                  <a:pt x="0" y="3504"/>
                  <a:pt x="1083" y="3504"/>
                </a:cubicBezTo>
                <a:lnTo>
                  <a:pt x="55851" y="3504"/>
                </a:lnTo>
                <a:lnTo>
                  <a:pt x="55851" y="5414"/>
                </a:lnTo>
                <a:lnTo>
                  <a:pt x="60564" y="2676"/>
                </a:lnTo>
                <a:lnTo>
                  <a:pt x="5585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86;p22">
            <a:extLst>
              <a:ext uri="{FF2B5EF4-FFF2-40B4-BE49-F238E27FC236}">
                <a16:creationId xmlns:a16="http://schemas.microsoft.com/office/drawing/2014/main" id="{D9CD298C-0856-4ED9-9D81-E34204B39F8B}"/>
              </a:ext>
            </a:extLst>
          </p:cNvPr>
          <p:cNvSpPr/>
          <p:nvPr userDrawn="1"/>
        </p:nvSpPr>
        <p:spPr>
          <a:xfrm>
            <a:off x="864674" y="485812"/>
            <a:ext cx="2017116" cy="591405"/>
          </a:xfrm>
          <a:custGeom>
            <a:avLst/>
            <a:gdLst/>
            <a:ahLst/>
            <a:cxnLst/>
            <a:rect l="l" t="t" r="r" b="b"/>
            <a:pathLst>
              <a:path w="84064" h="24647" extrusionOk="0">
                <a:moveTo>
                  <a:pt x="23563" y="1"/>
                </a:moveTo>
                <a:lnTo>
                  <a:pt x="23563" y="2357"/>
                </a:lnTo>
                <a:lnTo>
                  <a:pt x="7897" y="2357"/>
                </a:lnTo>
                <a:cubicBezTo>
                  <a:pt x="3503" y="2357"/>
                  <a:pt x="0" y="5860"/>
                  <a:pt x="0" y="10254"/>
                </a:cubicBezTo>
                <a:lnTo>
                  <a:pt x="0" y="23882"/>
                </a:lnTo>
                <a:cubicBezTo>
                  <a:pt x="0" y="24265"/>
                  <a:pt x="383" y="24647"/>
                  <a:pt x="828" y="24647"/>
                </a:cubicBezTo>
                <a:cubicBezTo>
                  <a:pt x="1274" y="24647"/>
                  <a:pt x="1593" y="24265"/>
                  <a:pt x="1593" y="23882"/>
                </a:cubicBezTo>
                <a:lnTo>
                  <a:pt x="1593" y="10190"/>
                </a:lnTo>
                <a:cubicBezTo>
                  <a:pt x="1593" y="6751"/>
                  <a:pt x="4395" y="3949"/>
                  <a:pt x="7897" y="3949"/>
                </a:cubicBezTo>
                <a:lnTo>
                  <a:pt x="23563" y="3949"/>
                </a:lnTo>
                <a:lnTo>
                  <a:pt x="23563" y="6369"/>
                </a:lnTo>
                <a:lnTo>
                  <a:pt x="29868" y="6369"/>
                </a:lnTo>
                <a:lnTo>
                  <a:pt x="29868" y="3949"/>
                </a:lnTo>
                <a:lnTo>
                  <a:pt x="79414" y="3949"/>
                </a:lnTo>
                <a:lnTo>
                  <a:pt x="79414" y="5860"/>
                </a:lnTo>
                <a:lnTo>
                  <a:pt x="84063" y="3185"/>
                </a:lnTo>
                <a:lnTo>
                  <a:pt x="79414" y="447"/>
                </a:lnTo>
                <a:lnTo>
                  <a:pt x="79414" y="2357"/>
                </a:lnTo>
                <a:lnTo>
                  <a:pt x="29868" y="2357"/>
                </a:lnTo>
                <a:lnTo>
                  <a:pt x="29868"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87;p22">
            <a:extLst>
              <a:ext uri="{FF2B5EF4-FFF2-40B4-BE49-F238E27FC236}">
                <a16:creationId xmlns:a16="http://schemas.microsoft.com/office/drawing/2014/main" id="{044D03B6-6F41-4740-9A02-227C0F561003}"/>
              </a:ext>
            </a:extLst>
          </p:cNvPr>
          <p:cNvSpPr/>
          <p:nvPr userDrawn="1"/>
        </p:nvSpPr>
        <p:spPr>
          <a:xfrm>
            <a:off x="5183710" y="1155153"/>
            <a:ext cx="809903" cy="1066626"/>
          </a:xfrm>
          <a:custGeom>
            <a:avLst/>
            <a:gdLst/>
            <a:ahLst/>
            <a:cxnLst/>
            <a:rect l="l" t="t" r="r" b="b"/>
            <a:pathLst>
              <a:path w="33753" h="44452" extrusionOk="0">
                <a:moveTo>
                  <a:pt x="0" y="1"/>
                </a:moveTo>
                <a:lnTo>
                  <a:pt x="0" y="6305"/>
                </a:lnTo>
                <a:lnTo>
                  <a:pt x="6305" y="6305"/>
                </a:lnTo>
                <a:lnTo>
                  <a:pt x="6305" y="3885"/>
                </a:lnTo>
                <a:lnTo>
                  <a:pt x="24264" y="3885"/>
                </a:lnTo>
                <a:cubicBezTo>
                  <a:pt x="27576" y="3885"/>
                  <a:pt x="30250" y="6560"/>
                  <a:pt x="30314" y="9935"/>
                </a:cubicBezTo>
                <a:lnTo>
                  <a:pt x="30314" y="39803"/>
                </a:lnTo>
                <a:lnTo>
                  <a:pt x="28403" y="39803"/>
                </a:lnTo>
                <a:lnTo>
                  <a:pt x="31078" y="44452"/>
                </a:lnTo>
                <a:lnTo>
                  <a:pt x="33753" y="39803"/>
                </a:lnTo>
                <a:lnTo>
                  <a:pt x="31906" y="39803"/>
                </a:lnTo>
                <a:lnTo>
                  <a:pt x="31906" y="9935"/>
                </a:lnTo>
                <a:cubicBezTo>
                  <a:pt x="31842" y="5796"/>
                  <a:pt x="28467" y="2357"/>
                  <a:pt x="24264" y="2357"/>
                </a:cubicBezTo>
                <a:lnTo>
                  <a:pt x="6305" y="2357"/>
                </a:lnTo>
                <a:lnTo>
                  <a:pt x="630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88;p22">
            <a:extLst>
              <a:ext uri="{FF2B5EF4-FFF2-40B4-BE49-F238E27FC236}">
                <a16:creationId xmlns:a16="http://schemas.microsoft.com/office/drawing/2014/main" id="{15D979E4-6324-446A-86BC-ECAB91132E4D}"/>
              </a:ext>
            </a:extLst>
          </p:cNvPr>
          <p:cNvSpPr/>
          <p:nvPr userDrawn="1"/>
        </p:nvSpPr>
        <p:spPr>
          <a:xfrm>
            <a:off x="329299" y="872934"/>
            <a:ext cx="129909" cy="302217"/>
          </a:xfrm>
          <a:custGeom>
            <a:avLst/>
            <a:gdLst/>
            <a:ahLst/>
            <a:cxnLst/>
            <a:rect l="l" t="t" r="r" b="b"/>
            <a:pathLst>
              <a:path w="5414" h="12595" extrusionOk="0">
                <a:moveTo>
                  <a:pt x="2676" y="1"/>
                </a:moveTo>
                <a:lnTo>
                  <a:pt x="1" y="4714"/>
                </a:lnTo>
                <a:lnTo>
                  <a:pt x="1911" y="4714"/>
                </a:lnTo>
                <a:lnTo>
                  <a:pt x="1911" y="11783"/>
                </a:lnTo>
                <a:cubicBezTo>
                  <a:pt x="1911" y="12324"/>
                  <a:pt x="2309" y="12594"/>
                  <a:pt x="2707" y="12594"/>
                </a:cubicBezTo>
                <a:cubicBezTo>
                  <a:pt x="3105" y="12594"/>
                  <a:pt x="3503" y="12324"/>
                  <a:pt x="3503" y="11783"/>
                </a:cubicBezTo>
                <a:lnTo>
                  <a:pt x="3503" y="4714"/>
                </a:lnTo>
                <a:lnTo>
                  <a:pt x="5414" y="4714"/>
                </a:lnTo>
                <a:lnTo>
                  <a:pt x="267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89;p22">
            <a:extLst>
              <a:ext uri="{FF2B5EF4-FFF2-40B4-BE49-F238E27FC236}">
                <a16:creationId xmlns:a16="http://schemas.microsoft.com/office/drawing/2014/main" id="{377410BF-A377-4E9C-A48E-8874B7901AEC}"/>
              </a:ext>
            </a:extLst>
          </p:cNvPr>
          <p:cNvSpPr/>
          <p:nvPr userDrawn="1"/>
        </p:nvSpPr>
        <p:spPr>
          <a:xfrm>
            <a:off x="1305398" y="4220514"/>
            <a:ext cx="129909" cy="302577"/>
          </a:xfrm>
          <a:custGeom>
            <a:avLst/>
            <a:gdLst/>
            <a:ahLst/>
            <a:cxnLst/>
            <a:rect l="l" t="t" r="r" b="b"/>
            <a:pathLst>
              <a:path w="5414" h="12610" extrusionOk="0">
                <a:moveTo>
                  <a:pt x="2739" y="1"/>
                </a:moveTo>
                <a:cubicBezTo>
                  <a:pt x="2293" y="1"/>
                  <a:pt x="1911" y="383"/>
                  <a:pt x="1911" y="828"/>
                </a:cubicBezTo>
                <a:lnTo>
                  <a:pt x="1911" y="7897"/>
                </a:lnTo>
                <a:lnTo>
                  <a:pt x="0" y="7897"/>
                </a:lnTo>
                <a:lnTo>
                  <a:pt x="2739" y="12610"/>
                </a:lnTo>
                <a:lnTo>
                  <a:pt x="5414" y="7897"/>
                </a:lnTo>
                <a:lnTo>
                  <a:pt x="3503" y="7897"/>
                </a:lnTo>
                <a:lnTo>
                  <a:pt x="3503" y="828"/>
                </a:lnTo>
                <a:cubicBezTo>
                  <a:pt x="3503" y="383"/>
                  <a:pt x="3121" y="1"/>
                  <a:pt x="2739"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90;p22">
            <a:extLst>
              <a:ext uri="{FF2B5EF4-FFF2-40B4-BE49-F238E27FC236}">
                <a16:creationId xmlns:a16="http://schemas.microsoft.com/office/drawing/2014/main" id="{3880C548-25DE-435A-A887-A2A4B2CF328B}"/>
              </a:ext>
            </a:extLst>
          </p:cNvPr>
          <p:cNvSpPr/>
          <p:nvPr userDrawn="1"/>
        </p:nvSpPr>
        <p:spPr>
          <a:xfrm>
            <a:off x="548369" y="893607"/>
            <a:ext cx="128373" cy="302217"/>
          </a:xfrm>
          <a:custGeom>
            <a:avLst/>
            <a:gdLst/>
            <a:ahLst/>
            <a:cxnLst/>
            <a:rect l="l" t="t" r="r" b="b"/>
            <a:pathLst>
              <a:path w="5350" h="12595" extrusionOk="0">
                <a:moveTo>
                  <a:pt x="2675" y="1"/>
                </a:moveTo>
                <a:lnTo>
                  <a:pt x="0" y="4714"/>
                </a:lnTo>
                <a:lnTo>
                  <a:pt x="1911" y="4714"/>
                </a:lnTo>
                <a:lnTo>
                  <a:pt x="1847" y="11783"/>
                </a:lnTo>
                <a:cubicBezTo>
                  <a:pt x="1847" y="12324"/>
                  <a:pt x="2245" y="12594"/>
                  <a:pt x="2643" y="12594"/>
                </a:cubicBezTo>
                <a:cubicBezTo>
                  <a:pt x="3041" y="12594"/>
                  <a:pt x="3439" y="12324"/>
                  <a:pt x="3439" y="11783"/>
                </a:cubicBezTo>
                <a:lnTo>
                  <a:pt x="3439" y="4714"/>
                </a:lnTo>
                <a:lnTo>
                  <a:pt x="5350" y="4714"/>
                </a:lnTo>
                <a:lnTo>
                  <a:pt x="267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91;p22">
            <a:extLst>
              <a:ext uri="{FF2B5EF4-FFF2-40B4-BE49-F238E27FC236}">
                <a16:creationId xmlns:a16="http://schemas.microsoft.com/office/drawing/2014/main" id="{8922283C-4F8B-4A03-BC1E-A36D3EE87B7C}"/>
              </a:ext>
            </a:extLst>
          </p:cNvPr>
          <p:cNvSpPr/>
          <p:nvPr userDrawn="1"/>
        </p:nvSpPr>
        <p:spPr>
          <a:xfrm>
            <a:off x="1305398" y="2564067"/>
            <a:ext cx="129909" cy="1601450"/>
          </a:xfrm>
          <a:custGeom>
            <a:avLst/>
            <a:gdLst/>
            <a:ahLst/>
            <a:cxnLst/>
            <a:rect l="l" t="t" r="r" b="b"/>
            <a:pathLst>
              <a:path w="5414" h="66741" extrusionOk="0">
                <a:moveTo>
                  <a:pt x="2739" y="0"/>
                </a:moveTo>
                <a:lnTo>
                  <a:pt x="0" y="4649"/>
                </a:lnTo>
                <a:lnTo>
                  <a:pt x="1911" y="4649"/>
                </a:lnTo>
                <a:lnTo>
                  <a:pt x="1911" y="65977"/>
                </a:lnTo>
                <a:cubicBezTo>
                  <a:pt x="1911" y="66486"/>
                  <a:pt x="2309" y="66741"/>
                  <a:pt x="2707" y="66741"/>
                </a:cubicBezTo>
                <a:cubicBezTo>
                  <a:pt x="3105" y="66741"/>
                  <a:pt x="3503" y="66486"/>
                  <a:pt x="3503" y="65977"/>
                </a:cubicBezTo>
                <a:lnTo>
                  <a:pt x="3503" y="4649"/>
                </a:lnTo>
                <a:lnTo>
                  <a:pt x="5414" y="4649"/>
                </a:lnTo>
                <a:lnTo>
                  <a:pt x="273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92;p22">
            <a:extLst>
              <a:ext uri="{FF2B5EF4-FFF2-40B4-BE49-F238E27FC236}">
                <a16:creationId xmlns:a16="http://schemas.microsoft.com/office/drawing/2014/main" id="{30CCDB49-B12F-4824-B43E-EC626474C319}"/>
              </a:ext>
            </a:extLst>
          </p:cNvPr>
          <p:cNvSpPr/>
          <p:nvPr userDrawn="1"/>
        </p:nvSpPr>
        <p:spPr>
          <a:xfrm>
            <a:off x="4984462" y="5627431"/>
            <a:ext cx="1005510" cy="152824"/>
          </a:xfrm>
          <a:custGeom>
            <a:avLst/>
            <a:gdLst/>
            <a:ahLst/>
            <a:cxnLst/>
            <a:rect l="l" t="t" r="r" b="b"/>
            <a:pathLst>
              <a:path w="41905" h="6369" extrusionOk="0">
                <a:moveTo>
                  <a:pt x="25092" y="1"/>
                </a:moveTo>
                <a:lnTo>
                  <a:pt x="25092" y="2357"/>
                </a:lnTo>
                <a:lnTo>
                  <a:pt x="1019" y="2357"/>
                </a:lnTo>
                <a:cubicBezTo>
                  <a:pt x="0" y="2357"/>
                  <a:pt x="0" y="3949"/>
                  <a:pt x="1019" y="3949"/>
                </a:cubicBezTo>
                <a:lnTo>
                  <a:pt x="25092" y="3949"/>
                </a:lnTo>
                <a:lnTo>
                  <a:pt x="25092" y="6369"/>
                </a:lnTo>
                <a:lnTo>
                  <a:pt x="31397" y="6369"/>
                </a:lnTo>
                <a:lnTo>
                  <a:pt x="31397" y="3949"/>
                </a:lnTo>
                <a:lnTo>
                  <a:pt x="37256" y="3949"/>
                </a:lnTo>
                <a:lnTo>
                  <a:pt x="37256" y="5859"/>
                </a:lnTo>
                <a:lnTo>
                  <a:pt x="41904" y="3185"/>
                </a:lnTo>
                <a:lnTo>
                  <a:pt x="37256" y="446"/>
                </a:lnTo>
                <a:lnTo>
                  <a:pt x="37256" y="2357"/>
                </a:lnTo>
                <a:lnTo>
                  <a:pt x="31397" y="2357"/>
                </a:lnTo>
                <a:lnTo>
                  <a:pt x="3139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94;p22">
            <a:extLst>
              <a:ext uri="{FF2B5EF4-FFF2-40B4-BE49-F238E27FC236}">
                <a16:creationId xmlns:a16="http://schemas.microsoft.com/office/drawing/2014/main" id="{9DD44471-68A4-4ACA-814C-EDAED5B44FE4}"/>
              </a:ext>
            </a:extLst>
          </p:cNvPr>
          <p:cNvSpPr/>
          <p:nvPr userDrawn="1"/>
        </p:nvSpPr>
        <p:spPr>
          <a:xfrm>
            <a:off x="500467" y="3187121"/>
            <a:ext cx="189513" cy="161270"/>
          </a:xfrm>
          <a:custGeom>
            <a:avLst/>
            <a:gdLst/>
            <a:ahLst/>
            <a:cxnLst/>
            <a:rect l="l" t="t" r="r" b="b"/>
            <a:pathLst>
              <a:path w="7898" h="6721" extrusionOk="0">
                <a:moveTo>
                  <a:pt x="4522" y="0"/>
                </a:moveTo>
                <a:cubicBezTo>
                  <a:pt x="1465" y="0"/>
                  <a:pt x="1" y="3630"/>
                  <a:pt x="2102" y="5732"/>
                </a:cubicBezTo>
                <a:cubicBezTo>
                  <a:pt x="2805" y="6414"/>
                  <a:pt x="3663" y="6721"/>
                  <a:pt x="4501" y="6721"/>
                </a:cubicBezTo>
                <a:cubicBezTo>
                  <a:pt x="6242" y="6721"/>
                  <a:pt x="7897" y="5396"/>
                  <a:pt x="7897" y="3375"/>
                </a:cubicBezTo>
                <a:cubicBezTo>
                  <a:pt x="7897" y="1465"/>
                  <a:pt x="6369" y="0"/>
                  <a:pt x="452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95;p22">
            <a:extLst>
              <a:ext uri="{FF2B5EF4-FFF2-40B4-BE49-F238E27FC236}">
                <a16:creationId xmlns:a16="http://schemas.microsoft.com/office/drawing/2014/main" id="{D9D81DB1-23FA-44BD-AEA7-2F7D0AFD918B}"/>
              </a:ext>
            </a:extLst>
          </p:cNvPr>
          <p:cNvSpPr/>
          <p:nvPr userDrawn="1"/>
        </p:nvSpPr>
        <p:spPr>
          <a:xfrm>
            <a:off x="654414" y="2221211"/>
            <a:ext cx="594452" cy="129909"/>
          </a:xfrm>
          <a:custGeom>
            <a:avLst/>
            <a:gdLst/>
            <a:ahLst/>
            <a:cxnLst/>
            <a:rect l="l" t="t" r="r" b="b"/>
            <a:pathLst>
              <a:path w="24774" h="5414" extrusionOk="0">
                <a:moveTo>
                  <a:pt x="4713" y="0"/>
                </a:moveTo>
                <a:lnTo>
                  <a:pt x="0" y="2739"/>
                </a:lnTo>
                <a:lnTo>
                  <a:pt x="4713" y="5414"/>
                </a:lnTo>
                <a:lnTo>
                  <a:pt x="4713" y="3503"/>
                </a:lnTo>
                <a:lnTo>
                  <a:pt x="23946" y="3503"/>
                </a:lnTo>
                <a:cubicBezTo>
                  <a:pt x="24391" y="3503"/>
                  <a:pt x="24774" y="3185"/>
                  <a:pt x="24774" y="2739"/>
                </a:cubicBezTo>
                <a:cubicBezTo>
                  <a:pt x="24774" y="2293"/>
                  <a:pt x="24391" y="1911"/>
                  <a:pt x="23946" y="1911"/>
                </a:cubicBezTo>
                <a:lnTo>
                  <a:pt x="4713" y="1911"/>
                </a:lnTo>
                <a:lnTo>
                  <a:pt x="471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96;p22">
            <a:extLst>
              <a:ext uri="{FF2B5EF4-FFF2-40B4-BE49-F238E27FC236}">
                <a16:creationId xmlns:a16="http://schemas.microsoft.com/office/drawing/2014/main" id="{FDB3F1CC-A373-4C18-B9AA-972DF38C6D31}"/>
              </a:ext>
            </a:extLst>
          </p:cNvPr>
          <p:cNvSpPr/>
          <p:nvPr userDrawn="1"/>
        </p:nvSpPr>
        <p:spPr>
          <a:xfrm>
            <a:off x="5426683" y="4003527"/>
            <a:ext cx="169645" cy="437069"/>
          </a:xfrm>
          <a:custGeom>
            <a:avLst/>
            <a:gdLst/>
            <a:ahLst/>
            <a:cxnLst/>
            <a:rect l="l" t="t" r="r" b="b"/>
            <a:pathLst>
              <a:path w="7070" h="18215" extrusionOk="0">
                <a:moveTo>
                  <a:pt x="0" y="0"/>
                </a:moveTo>
                <a:cubicBezTo>
                  <a:pt x="0" y="2866"/>
                  <a:pt x="1911" y="4777"/>
                  <a:pt x="3503" y="6305"/>
                </a:cubicBezTo>
                <a:cubicBezTo>
                  <a:pt x="4522" y="7324"/>
                  <a:pt x="5413" y="8279"/>
                  <a:pt x="5541" y="9107"/>
                </a:cubicBezTo>
                <a:cubicBezTo>
                  <a:pt x="5413" y="9935"/>
                  <a:pt x="4522" y="10890"/>
                  <a:pt x="3503" y="11846"/>
                </a:cubicBezTo>
                <a:cubicBezTo>
                  <a:pt x="1911" y="13438"/>
                  <a:pt x="0" y="15348"/>
                  <a:pt x="0" y="18214"/>
                </a:cubicBezTo>
                <a:lnTo>
                  <a:pt x="1592" y="18214"/>
                </a:lnTo>
                <a:cubicBezTo>
                  <a:pt x="1592" y="16049"/>
                  <a:pt x="3121" y="14520"/>
                  <a:pt x="4585" y="13056"/>
                </a:cubicBezTo>
                <a:cubicBezTo>
                  <a:pt x="5859" y="11846"/>
                  <a:pt x="7005" y="10636"/>
                  <a:pt x="7069" y="9235"/>
                </a:cubicBezTo>
                <a:lnTo>
                  <a:pt x="7069" y="9107"/>
                </a:lnTo>
                <a:lnTo>
                  <a:pt x="7069" y="9044"/>
                </a:lnTo>
                <a:cubicBezTo>
                  <a:pt x="7005" y="7579"/>
                  <a:pt x="5859" y="6433"/>
                  <a:pt x="4585" y="5223"/>
                </a:cubicBezTo>
                <a:cubicBezTo>
                  <a:pt x="3121" y="3694"/>
                  <a:pt x="1592" y="2166"/>
                  <a:pt x="159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97;p22">
            <a:extLst>
              <a:ext uri="{FF2B5EF4-FFF2-40B4-BE49-F238E27FC236}">
                <a16:creationId xmlns:a16="http://schemas.microsoft.com/office/drawing/2014/main" id="{928FEE9A-1D9D-4351-8C3C-D8391D858217}"/>
              </a:ext>
            </a:extLst>
          </p:cNvPr>
          <p:cNvSpPr/>
          <p:nvPr userDrawn="1"/>
        </p:nvSpPr>
        <p:spPr>
          <a:xfrm>
            <a:off x="5613100" y="4001991"/>
            <a:ext cx="171180" cy="438605"/>
          </a:xfrm>
          <a:custGeom>
            <a:avLst/>
            <a:gdLst/>
            <a:ahLst/>
            <a:cxnLst/>
            <a:rect l="l" t="t" r="r" b="b"/>
            <a:pathLst>
              <a:path w="7134" h="18279" extrusionOk="0">
                <a:moveTo>
                  <a:pt x="5541" y="1"/>
                </a:moveTo>
                <a:cubicBezTo>
                  <a:pt x="5541" y="2230"/>
                  <a:pt x="4013" y="3758"/>
                  <a:pt x="2484" y="5223"/>
                </a:cubicBezTo>
                <a:cubicBezTo>
                  <a:pt x="1274" y="6433"/>
                  <a:pt x="128" y="7643"/>
                  <a:pt x="1" y="9044"/>
                </a:cubicBezTo>
                <a:lnTo>
                  <a:pt x="1" y="9171"/>
                </a:lnTo>
                <a:lnTo>
                  <a:pt x="1" y="9235"/>
                </a:lnTo>
                <a:cubicBezTo>
                  <a:pt x="128" y="10700"/>
                  <a:pt x="1274" y="11846"/>
                  <a:pt x="2484" y="13056"/>
                </a:cubicBezTo>
                <a:cubicBezTo>
                  <a:pt x="4013" y="14521"/>
                  <a:pt x="5541" y="16113"/>
                  <a:pt x="5541" y="18278"/>
                </a:cubicBezTo>
                <a:lnTo>
                  <a:pt x="7133" y="18278"/>
                </a:lnTo>
                <a:cubicBezTo>
                  <a:pt x="7133" y="15412"/>
                  <a:pt x="5159" y="13502"/>
                  <a:pt x="3631" y="11910"/>
                </a:cubicBezTo>
                <a:cubicBezTo>
                  <a:pt x="2612" y="10891"/>
                  <a:pt x="1656" y="9935"/>
                  <a:pt x="1593" y="9108"/>
                </a:cubicBezTo>
                <a:cubicBezTo>
                  <a:pt x="1656" y="8280"/>
                  <a:pt x="2612" y="7388"/>
                  <a:pt x="3631" y="6369"/>
                </a:cubicBezTo>
                <a:cubicBezTo>
                  <a:pt x="5223" y="4777"/>
                  <a:pt x="7133" y="2867"/>
                  <a:pt x="7133"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98;p22">
            <a:extLst>
              <a:ext uri="{FF2B5EF4-FFF2-40B4-BE49-F238E27FC236}">
                <a16:creationId xmlns:a16="http://schemas.microsoft.com/office/drawing/2014/main" id="{1512E770-7DE0-405C-B415-64B07C672A3D}"/>
              </a:ext>
            </a:extLst>
          </p:cNvPr>
          <p:cNvSpPr/>
          <p:nvPr userDrawn="1"/>
        </p:nvSpPr>
        <p:spPr>
          <a:xfrm>
            <a:off x="5516832" y="4090629"/>
            <a:ext cx="177275" cy="111577"/>
          </a:xfrm>
          <a:custGeom>
            <a:avLst/>
            <a:gdLst/>
            <a:ahLst/>
            <a:cxnLst/>
            <a:rect l="l" t="t" r="r" b="b"/>
            <a:pathLst>
              <a:path w="7388" h="4650" extrusionOk="0">
                <a:moveTo>
                  <a:pt x="1" y="0"/>
                </a:moveTo>
                <a:cubicBezTo>
                  <a:pt x="574" y="637"/>
                  <a:pt x="1274" y="1338"/>
                  <a:pt x="1975" y="1975"/>
                </a:cubicBezTo>
                <a:cubicBezTo>
                  <a:pt x="2548" y="2548"/>
                  <a:pt x="3057" y="3248"/>
                  <a:pt x="3439" y="4013"/>
                </a:cubicBezTo>
                <a:cubicBezTo>
                  <a:pt x="3567" y="4204"/>
                  <a:pt x="3630" y="4458"/>
                  <a:pt x="3694" y="4649"/>
                </a:cubicBezTo>
                <a:cubicBezTo>
                  <a:pt x="3694" y="4586"/>
                  <a:pt x="3758" y="4458"/>
                  <a:pt x="3758" y="4395"/>
                </a:cubicBezTo>
                <a:cubicBezTo>
                  <a:pt x="3885" y="4013"/>
                  <a:pt x="4076" y="3694"/>
                  <a:pt x="4267" y="3376"/>
                </a:cubicBezTo>
                <a:cubicBezTo>
                  <a:pt x="4713" y="2803"/>
                  <a:pt x="5159" y="2229"/>
                  <a:pt x="5668" y="1720"/>
                </a:cubicBezTo>
                <a:cubicBezTo>
                  <a:pt x="6242" y="1147"/>
                  <a:pt x="6878" y="574"/>
                  <a:pt x="738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99;p22">
            <a:extLst>
              <a:ext uri="{FF2B5EF4-FFF2-40B4-BE49-F238E27FC236}">
                <a16:creationId xmlns:a16="http://schemas.microsoft.com/office/drawing/2014/main" id="{B93C6B25-A429-4B69-802D-4AB8A151543D}"/>
              </a:ext>
            </a:extLst>
          </p:cNvPr>
          <p:cNvSpPr/>
          <p:nvPr userDrawn="1"/>
        </p:nvSpPr>
        <p:spPr>
          <a:xfrm>
            <a:off x="5605470" y="4240382"/>
            <a:ext cx="24" cy="24"/>
          </a:xfrm>
          <a:custGeom>
            <a:avLst/>
            <a:gdLst/>
            <a:ahLst/>
            <a:cxnLst/>
            <a:rect l="l" t="t" r="r" b="b"/>
            <a:pathLst>
              <a:path w="1" h="1" extrusionOk="0">
                <a:moveTo>
                  <a:pt x="0" y="0"/>
                </a:moveTo>
                <a:lnTo>
                  <a:pt x="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00;p22">
            <a:extLst>
              <a:ext uri="{FF2B5EF4-FFF2-40B4-BE49-F238E27FC236}">
                <a16:creationId xmlns:a16="http://schemas.microsoft.com/office/drawing/2014/main" id="{BCD9E2EB-C402-473D-B7DC-3DD76F53AA0F}"/>
              </a:ext>
            </a:extLst>
          </p:cNvPr>
          <p:cNvSpPr/>
          <p:nvPr userDrawn="1"/>
        </p:nvSpPr>
        <p:spPr>
          <a:xfrm>
            <a:off x="5388483" y="3953090"/>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01;p22">
            <a:extLst>
              <a:ext uri="{FF2B5EF4-FFF2-40B4-BE49-F238E27FC236}">
                <a16:creationId xmlns:a16="http://schemas.microsoft.com/office/drawing/2014/main" id="{E315031F-E1A7-4C01-946B-2BF648648109}"/>
              </a:ext>
            </a:extLst>
          </p:cNvPr>
          <p:cNvSpPr/>
          <p:nvPr userDrawn="1"/>
        </p:nvSpPr>
        <p:spPr>
          <a:xfrm>
            <a:off x="5388483" y="4452786"/>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02;p22">
            <a:extLst>
              <a:ext uri="{FF2B5EF4-FFF2-40B4-BE49-F238E27FC236}">
                <a16:creationId xmlns:a16="http://schemas.microsoft.com/office/drawing/2014/main" id="{A66B07F5-D1D3-4292-A17E-9C213A466247}"/>
              </a:ext>
            </a:extLst>
          </p:cNvPr>
          <p:cNvSpPr/>
          <p:nvPr userDrawn="1"/>
        </p:nvSpPr>
        <p:spPr>
          <a:xfrm>
            <a:off x="5510714" y="2505999"/>
            <a:ext cx="117647" cy="169645"/>
          </a:xfrm>
          <a:custGeom>
            <a:avLst/>
            <a:gdLst/>
            <a:ahLst/>
            <a:cxnLst/>
            <a:rect l="l" t="t" r="r" b="b"/>
            <a:pathLst>
              <a:path w="4903" h="7070" extrusionOk="0">
                <a:moveTo>
                  <a:pt x="2357" y="1274"/>
                </a:moveTo>
                <a:cubicBezTo>
                  <a:pt x="2930" y="1274"/>
                  <a:pt x="3312" y="1720"/>
                  <a:pt x="3312" y="2293"/>
                </a:cubicBezTo>
                <a:cubicBezTo>
                  <a:pt x="3312" y="2802"/>
                  <a:pt x="2930" y="3312"/>
                  <a:pt x="2357" y="3312"/>
                </a:cubicBezTo>
                <a:lnTo>
                  <a:pt x="1593" y="3312"/>
                </a:lnTo>
                <a:lnTo>
                  <a:pt x="1593" y="1274"/>
                </a:lnTo>
                <a:close/>
                <a:moveTo>
                  <a:pt x="1" y="0"/>
                </a:moveTo>
                <a:lnTo>
                  <a:pt x="1" y="7069"/>
                </a:lnTo>
                <a:lnTo>
                  <a:pt x="1593" y="7069"/>
                </a:lnTo>
                <a:lnTo>
                  <a:pt x="1593" y="4522"/>
                </a:lnTo>
                <a:lnTo>
                  <a:pt x="2675" y="4522"/>
                </a:lnTo>
                <a:cubicBezTo>
                  <a:pt x="2710" y="4524"/>
                  <a:pt x="2743" y="4524"/>
                  <a:pt x="2777" y="4524"/>
                </a:cubicBezTo>
                <a:cubicBezTo>
                  <a:pt x="3942" y="4524"/>
                  <a:pt x="4903" y="3469"/>
                  <a:pt x="4841" y="2293"/>
                </a:cubicBezTo>
                <a:cubicBezTo>
                  <a:pt x="4841" y="1019"/>
                  <a:pt x="3885" y="0"/>
                  <a:pt x="261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dirty="0"/>
          </a:p>
        </p:txBody>
      </p:sp>
      <p:sp>
        <p:nvSpPr>
          <p:cNvPr id="102" name="Google Shape;203;p22">
            <a:extLst>
              <a:ext uri="{FF2B5EF4-FFF2-40B4-BE49-F238E27FC236}">
                <a16:creationId xmlns:a16="http://schemas.microsoft.com/office/drawing/2014/main" id="{1D1877A7-2741-4B71-A5D4-C1CA47233675}"/>
              </a:ext>
            </a:extLst>
          </p:cNvPr>
          <p:cNvSpPr/>
          <p:nvPr userDrawn="1"/>
        </p:nvSpPr>
        <p:spPr>
          <a:xfrm>
            <a:off x="5643670" y="2505999"/>
            <a:ext cx="132956" cy="169645"/>
          </a:xfrm>
          <a:custGeom>
            <a:avLst/>
            <a:gdLst/>
            <a:ahLst/>
            <a:cxnLst/>
            <a:rect l="l" t="t" r="r" b="b"/>
            <a:pathLst>
              <a:path w="5541" h="7070" extrusionOk="0">
                <a:moveTo>
                  <a:pt x="0" y="0"/>
                </a:moveTo>
                <a:lnTo>
                  <a:pt x="0" y="7069"/>
                </a:lnTo>
                <a:lnTo>
                  <a:pt x="1592" y="7069"/>
                </a:lnTo>
                <a:lnTo>
                  <a:pt x="1592" y="4267"/>
                </a:lnTo>
                <a:lnTo>
                  <a:pt x="3885" y="4267"/>
                </a:lnTo>
                <a:lnTo>
                  <a:pt x="3885" y="7069"/>
                </a:lnTo>
                <a:lnTo>
                  <a:pt x="5541" y="7069"/>
                </a:lnTo>
                <a:lnTo>
                  <a:pt x="5541" y="0"/>
                </a:lnTo>
                <a:lnTo>
                  <a:pt x="3885" y="0"/>
                </a:lnTo>
                <a:lnTo>
                  <a:pt x="3885" y="2802"/>
                </a:lnTo>
                <a:lnTo>
                  <a:pt x="1592" y="2802"/>
                </a:lnTo>
                <a:lnTo>
                  <a:pt x="159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04;p22">
            <a:extLst>
              <a:ext uri="{FF2B5EF4-FFF2-40B4-BE49-F238E27FC236}">
                <a16:creationId xmlns:a16="http://schemas.microsoft.com/office/drawing/2014/main" id="{8471FBEF-7AC3-4F57-A790-22E6D242652C}"/>
              </a:ext>
            </a:extLst>
          </p:cNvPr>
          <p:cNvSpPr/>
          <p:nvPr userDrawn="1"/>
        </p:nvSpPr>
        <p:spPr>
          <a:xfrm>
            <a:off x="5807172" y="2505999"/>
            <a:ext cx="116160" cy="169645"/>
          </a:xfrm>
          <a:custGeom>
            <a:avLst/>
            <a:gdLst/>
            <a:ahLst/>
            <a:cxnLst/>
            <a:rect l="l" t="t" r="r" b="b"/>
            <a:pathLst>
              <a:path w="4841" h="7070" extrusionOk="0">
                <a:moveTo>
                  <a:pt x="2357" y="1274"/>
                </a:moveTo>
                <a:cubicBezTo>
                  <a:pt x="2930" y="1274"/>
                  <a:pt x="3312" y="1720"/>
                  <a:pt x="3312" y="2293"/>
                </a:cubicBezTo>
                <a:cubicBezTo>
                  <a:pt x="3312" y="2802"/>
                  <a:pt x="2930" y="3312"/>
                  <a:pt x="2357" y="3312"/>
                </a:cubicBezTo>
                <a:lnTo>
                  <a:pt x="1529" y="3312"/>
                </a:lnTo>
                <a:lnTo>
                  <a:pt x="1529" y="1274"/>
                </a:lnTo>
                <a:close/>
                <a:moveTo>
                  <a:pt x="0" y="0"/>
                </a:moveTo>
                <a:lnTo>
                  <a:pt x="0" y="7069"/>
                </a:lnTo>
                <a:lnTo>
                  <a:pt x="1529" y="7069"/>
                </a:lnTo>
                <a:lnTo>
                  <a:pt x="1529" y="4522"/>
                </a:lnTo>
                <a:lnTo>
                  <a:pt x="2612" y="4522"/>
                </a:lnTo>
                <a:cubicBezTo>
                  <a:pt x="2647" y="4524"/>
                  <a:pt x="2683" y="4524"/>
                  <a:pt x="2718" y="4524"/>
                </a:cubicBezTo>
                <a:cubicBezTo>
                  <a:pt x="3938" y="4524"/>
                  <a:pt x="4839" y="3469"/>
                  <a:pt x="4777" y="2293"/>
                </a:cubicBezTo>
                <a:cubicBezTo>
                  <a:pt x="4840" y="1083"/>
                  <a:pt x="3822" y="64"/>
                  <a:pt x="261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05;p22">
            <a:extLst>
              <a:ext uri="{FF2B5EF4-FFF2-40B4-BE49-F238E27FC236}">
                <a16:creationId xmlns:a16="http://schemas.microsoft.com/office/drawing/2014/main" id="{6A619BC6-49CE-46A5-9B72-00C0D4269718}"/>
              </a:ext>
            </a:extLst>
          </p:cNvPr>
          <p:cNvSpPr/>
          <p:nvPr userDrawn="1"/>
        </p:nvSpPr>
        <p:spPr>
          <a:xfrm>
            <a:off x="1215249" y="1104715"/>
            <a:ext cx="88638" cy="171180"/>
          </a:xfrm>
          <a:custGeom>
            <a:avLst/>
            <a:gdLst/>
            <a:ahLst/>
            <a:cxnLst/>
            <a:rect l="l" t="t" r="r" b="b"/>
            <a:pathLst>
              <a:path w="3694" h="7134" extrusionOk="0">
                <a:moveTo>
                  <a:pt x="2102" y="1"/>
                </a:moveTo>
                <a:lnTo>
                  <a:pt x="2102" y="4268"/>
                </a:lnTo>
                <a:cubicBezTo>
                  <a:pt x="2102" y="5032"/>
                  <a:pt x="2102" y="5669"/>
                  <a:pt x="955" y="5669"/>
                </a:cubicBezTo>
                <a:cubicBezTo>
                  <a:pt x="573" y="5669"/>
                  <a:pt x="191" y="5478"/>
                  <a:pt x="0" y="5159"/>
                </a:cubicBezTo>
                <a:lnTo>
                  <a:pt x="0" y="7006"/>
                </a:lnTo>
                <a:cubicBezTo>
                  <a:pt x="319" y="7134"/>
                  <a:pt x="637" y="7134"/>
                  <a:pt x="955" y="7134"/>
                </a:cubicBezTo>
                <a:cubicBezTo>
                  <a:pt x="2675" y="7134"/>
                  <a:pt x="3694" y="6433"/>
                  <a:pt x="3694" y="4395"/>
                </a:cubicBezTo>
                <a:lnTo>
                  <a:pt x="369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06;p22">
            <a:extLst>
              <a:ext uri="{FF2B5EF4-FFF2-40B4-BE49-F238E27FC236}">
                <a16:creationId xmlns:a16="http://schemas.microsoft.com/office/drawing/2014/main" id="{7E085B1B-8F3C-47CA-9897-499C67950D45}"/>
              </a:ext>
            </a:extLst>
          </p:cNvPr>
          <p:cNvSpPr/>
          <p:nvPr userDrawn="1"/>
        </p:nvSpPr>
        <p:spPr>
          <a:xfrm>
            <a:off x="1322195" y="1101668"/>
            <a:ext cx="142146" cy="175763"/>
          </a:xfrm>
          <a:custGeom>
            <a:avLst/>
            <a:gdLst/>
            <a:ahLst/>
            <a:cxnLst/>
            <a:rect l="l" t="t" r="r" b="b"/>
            <a:pathLst>
              <a:path w="5924" h="7325" extrusionOk="0">
                <a:moveTo>
                  <a:pt x="2867" y="1"/>
                </a:moveTo>
                <a:cubicBezTo>
                  <a:pt x="1593" y="1"/>
                  <a:pt x="256" y="637"/>
                  <a:pt x="256" y="2102"/>
                </a:cubicBezTo>
                <a:cubicBezTo>
                  <a:pt x="256" y="4713"/>
                  <a:pt x="4331" y="3822"/>
                  <a:pt x="4331" y="5223"/>
                </a:cubicBezTo>
                <a:cubicBezTo>
                  <a:pt x="4331" y="5860"/>
                  <a:pt x="3504" y="6051"/>
                  <a:pt x="3058" y="6051"/>
                </a:cubicBezTo>
                <a:cubicBezTo>
                  <a:pt x="3019" y="6054"/>
                  <a:pt x="2980" y="6055"/>
                  <a:pt x="2942" y="6055"/>
                </a:cubicBezTo>
                <a:cubicBezTo>
                  <a:pt x="2230" y="6055"/>
                  <a:pt x="1654" y="5505"/>
                  <a:pt x="1593" y="4841"/>
                </a:cubicBezTo>
                <a:lnTo>
                  <a:pt x="1" y="4841"/>
                </a:lnTo>
                <a:cubicBezTo>
                  <a:pt x="1" y="6496"/>
                  <a:pt x="1466" y="7324"/>
                  <a:pt x="2994" y="7324"/>
                </a:cubicBezTo>
                <a:cubicBezTo>
                  <a:pt x="4586" y="7324"/>
                  <a:pt x="5924" y="6687"/>
                  <a:pt x="5924" y="5032"/>
                </a:cubicBezTo>
                <a:cubicBezTo>
                  <a:pt x="5924" y="2357"/>
                  <a:pt x="1848" y="3249"/>
                  <a:pt x="1848" y="1975"/>
                </a:cubicBezTo>
                <a:cubicBezTo>
                  <a:pt x="1848" y="1465"/>
                  <a:pt x="2485" y="1274"/>
                  <a:pt x="2867" y="1274"/>
                </a:cubicBezTo>
                <a:cubicBezTo>
                  <a:pt x="3695" y="1274"/>
                  <a:pt x="4077" y="1529"/>
                  <a:pt x="4204" y="2230"/>
                </a:cubicBezTo>
                <a:lnTo>
                  <a:pt x="5669" y="2230"/>
                </a:lnTo>
                <a:cubicBezTo>
                  <a:pt x="5605" y="637"/>
                  <a:pt x="4331" y="1"/>
                  <a:pt x="2867"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07;p22">
            <a:extLst>
              <a:ext uri="{FF2B5EF4-FFF2-40B4-BE49-F238E27FC236}">
                <a16:creationId xmlns:a16="http://schemas.microsoft.com/office/drawing/2014/main" id="{27B4FE0C-ADB1-4B2B-BBE0-5079268150AB}"/>
              </a:ext>
            </a:extLst>
          </p:cNvPr>
          <p:cNvSpPr/>
          <p:nvPr userDrawn="1"/>
        </p:nvSpPr>
        <p:spPr>
          <a:xfrm>
            <a:off x="523017" y="1624279"/>
            <a:ext cx="131445" cy="169645"/>
          </a:xfrm>
          <a:custGeom>
            <a:avLst/>
            <a:gdLst/>
            <a:ahLst/>
            <a:cxnLst/>
            <a:rect l="l" t="t" r="r" b="b"/>
            <a:pathLst>
              <a:path w="5478" h="7070" extrusionOk="0">
                <a:moveTo>
                  <a:pt x="0" y="1"/>
                </a:moveTo>
                <a:lnTo>
                  <a:pt x="0" y="7069"/>
                </a:lnTo>
                <a:lnTo>
                  <a:pt x="1529" y="7069"/>
                </a:lnTo>
                <a:lnTo>
                  <a:pt x="1529" y="4267"/>
                </a:lnTo>
                <a:lnTo>
                  <a:pt x="3821" y="4267"/>
                </a:lnTo>
                <a:lnTo>
                  <a:pt x="3821" y="7069"/>
                </a:lnTo>
                <a:lnTo>
                  <a:pt x="5477" y="7069"/>
                </a:lnTo>
                <a:lnTo>
                  <a:pt x="5477" y="1"/>
                </a:lnTo>
                <a:lnTo>
                  <a:pt x="3821" y="1"/>
                </a:lnTo>
                <a:lnTo>
                  <a:pt x="3821" y="2866"/>
                </a:lnTo>
                <a:lnTo>
                  <a:pt x="1529" y="2866"/>
                </a:lnTo>
                <a:lnTo>
                  <a:pt x="152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08;p22">
            <a:extLst>
              <a:ext uri="{FF2B5EF4-FFF2-40B4-BE49-F238E27FC236}">
                <a16:creationId xmlns:a16="http://schemas.microsoft.com/office/drawing/2014/main" id="{AB06D2AB-CEDE-4CF1-9481-F71E00E3472C}"/>
              </a:ext>
            </a:extLst>
          </p:cNvPr>
          <p:cNvSpPr/>
          <p:nvPr userDrawn="1"/>
        </p:nvSpPr>
        <p:spPr>
          <a:xfrm>
            <a:off x="671234" y="1624279"/>
            <a:ext cx="134492" cy="169645"/>
          </a:xfrm>
          <a:custGeom>
            <a:avLst/>
            <a:gdLst/>
            <a:ahLst/>
            <a:cxnLst/>
            <a:rect l="l" t="t" r="r" b="b"/>
            <a:pathLst>
              <a:path w="5605" h="7070" extrusionOk="0">
                <a:moveTo>
                  <a:pt x="1" y="1"/>
                </a:moveTo>
                <a:lnTo>
                  <a:pt x="1" y="1465"/>
                </a:lnTo>
                <a:lnTo>
                  <a:pt x="2038" y="1465"/>
                </a:lnTo>
                <a:lnTo>
                  <a:pt x="2038" y="7069"/>
                </a:lnTo>
                <a:lnTo>
                  <a:pt x="3567" y="7069"/>
                </a:lnTo>
                <a:lnTo>
                  <a:pt x="3567" y="1465"/>
                </a:lnTo>
                <a:lnTo>
                  <a:pt x="5605" y="1465"/>
                </a:lnTo>
                <a:lnTo>
                  <a:pt x="560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09;p22">
            <a:extLst>
              <a:ext uri="{FF2B5EF4-FFF2-40B4-BE49-F238E27FC236}">
                <a16:creationId xmlns:a16="http://schemas.microsoft.com/office/drawing/2014/main" id="{A7FB9BC3-B203-4449-B8AA-DD6E0D1625C7}"/>
              </a:ext>
            </a:extLst>
          </p:cNvPr>
          <p:cNvSpPr/>
          <p:nvPr userDrawn="1"/>
        </p:nvSpPr>
        <p:spPr>
          <a:xfrm>
            <a:off x="807238" y="1624279"/>
            <a:ext cx="224665" cy="169645"/>
          </a:xfrm>
          <a:custGeom>
            <a:avLst/>
            <a:gdLst/>
            <a:ahLst/>
            <a:cxnLst/>
            <a:rect l="l" t="t" r="r" b="b"/>
            <a:pathLst>
              <a:path w="9363" h="7070" extrusionOk="0">
                <a:moveTo>
                  <a:pt x="1402" y="1"/>
                </a:moveTo>
                <a:lnTo>
                  <a:pt x="0" y="7069"/>
                </a:lnTo>
                <a:lnTo>
                  <a:pt x="1720" y="7069"/>
                </a:lnTo>
                <a:lnTo>
                  <a:pt x="2548" y="2229"/>
                </a:lnTo>
                <a:lnTo>
                  <a:pt x="3949" y="7069"/>
                </a:lnTo>
                <a:lnTo>
                  <a:pt x="5477" y="7069"/>
                </a:lnTo>
                <a:lnTo>
                  <a:pt x="6815" y="2229"/>
                </a:lnTo>
                <a:lnTo>
                  <a:pt x="7643" y="7069"/>
                </a:lnTo>
                <a:lnTo>
                  <a:pt x="9362" y="7069"/>
                </a:lnTo>
                <a:lnTo>
                  <a:pt x="8025" y="1"/>
                </a:lnTo>
                <a:lnTo>
                  <a:pt x="6178" y="1"/>
                </a:lnTo>
                <a:lnTo>
                  <a:pt x="4713" y="4968"/>
                </a:lnTo>
                <a:lnTo>
                  <a:pt x="3248"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10;p22">
            <a:extLst>
              <a:ext uri="{FF2B5EF4-FFF2-40B4-BE49-F238E27FC236}">
                <a16:creationId xmlns:a16="http://schemas.microsoft.com/office/drawing/2014/main" id="{EB9F67F5-8900-42D0-8B9A-A16A761DD987}"/>
              </a:ext>
            </a:extLst>
          </p:cNvPr>
          <p:cNvSpPr/>
          <p:nvPr userDrawn="1"/>
        </p:nvSpPr>
        <p:spPr>
          <a:xfrm>
            <a:off x="1048676" y="1624279"/>
            <a:ext cx="97828" cy="169645"/>
          </a:xfrm>
          <a:custGeom>
            <a:avLst/>
            <a:gdLst/>
            <a:ahLst/>
            <a:cxnLst/>
            <a:rect l="l" t="t" r="r" b="b"/>
            <a:pathLst>
              <a:path w="4077" h="7070" extrusionOk="0">
                <a:moveTo>
                  <a:pt x="1" y="1"/>
                </a:moveTo>
                <a:lnTo>
                  <a:pt x="1" y="7069"/>
                </a:lnTo>
                <a:lnTo>
                  <a:pt x="4076" y="7069"/>
                </a:lnTo>
                <a:lnTo>
                  <a:pt x="4076" y="5668"/>
                </a:lnTo>
                <a:lnTo>
                  <a:pt x="1529" y="5668"/>
                </a:lnTo>
                <a:lnTo>
                  <a:pt x="152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11;p22">
            <a:extLst>
              <a:ext uri="{FF2B5EF4-FFF2-40B4-BE49-F238E27FC236}">
                <a16:creationId xmlns:a16="http://schemas.microsoft.com/office/drawing/2014/main" id="{A014036E-6FDE-4FCD-A1D5-8585BFF4D621}"/>
              </a:ext>
            </a:extLst>
          </p:cNvPr>
          <p:cNvSpPr/>
          <p:nvPr userDrawn="1"/>
        </p:nvSpPr>
        <p:spPr>
          <a:xfrm>
            <a:off x="1717732" y="5596748"/>
            <a:ext cx="155896" cy="203262"/>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12;p22">
            <a:extLst>
              <a:ext uri="{FF2B5EF4-FFF2-40B4-BE49-F238E27FC236}">
                <a16:creationId xmlns:a16="http://schemas.microsoft.com/office/drawing/2014/main" id="{008126DA-9546-4CD4-A714-D5A257E8D86B}"/>
              </a:ext>
            </a:extLst>
          </p:cNvPr>
          <p:cNvSpPr/>
          <p:nvPr userDrawn="1"/>
        </p:nvSpPr>
        <p:spPr>
          <a:xfrm>
            <a:off x="1890648" y="5520755"/>
            <a:ext cx="198679" cy="365252"/>
          </a:xfrm>
          <a:custGeom>
            <a:avLst/>
            <a:gdLst/>
            <a:ahLst/>
            <a:cxnLst/>
            <a:rect l="l" t="t" r="r" b="b"/>
            <a:pathLst>
              <a:path w="8280" h="15222" extrusionOk="0">
                <a:moveTo>
                  <a:pt x="6114" y="1"/>
                </a:moveTo>
                <a:lnTo>
                  <a:pt x="0" y="15221"/>
                </a:lnTo>
                <a:lnTo>
                  <a:pt x="2165" y="15221"/>
                </a:lnTo>
                <a:lnTo>
                  <a:pt x="827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13;p22">
            <a:extLst>
              <a:ext uri="{FF2B5EF4-FFF2-40B4-BE49-F238E27FC236}">
                <a16:creationId xmlns:a16="http://schemas.microsoft.com/office/drawing/2014/main" id="{BA3F3D8E-1FD6-4E3D-B547-C77D2BF8016E}"/>
              </a:ext>
            </a:extLst>
          </p:cNvPr>
          <p:cNvSpPr/>
          <p:nvPr userDrawn="1"/>
        </p:nvSpPr>
        <p:spPr>
          <a:xfrm>
            <a:off x="5687759" y="4943828"/>
            <a:ext cx="230760" cy="230784"/>
          </a:xfrm>
          <a:custGeom>
            <a:avLst/>
            <a:gdLst/>
            <a:ahLst/>
            <a:cxnLst/>
            <a:rect l="l" t="t" r="r" b="b"/>
            <a:pathLst>
              <a:path w="9617" h="9618" extrusionOk="0">
                <a:moveTo>
                  <a:pt x="1" y="1"/>
                </a:moveTo>
                <a:lnTo>
                  <a:pt x="1"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Subtitle 2">
            <a:extLst>
              <a:ext uri="{FF2B5EF4-FFF2-40B4-BE49-F238E27FC236}">
                <a16:creationId xmlns:a16="http://schemas.microsoft.com/office/drawing/2014/main" id="{48ADEC56-A499-4A69-8034-6B2B87767538}"/>
              </a:ext>
            </a:extLst>
          </p:cNvPr>
          <p:cNvSpPr>
            <a:spLocks noGrp="1"/>
          </p:cNvSpPr>
          <p:nvPr>
            <p:ph type="subTitle" idx="1"/>
          </p:nvPr>
        </p:nvSpPr>
        <p:spPr>
          <a:xfrm>
            <a:off x="6707013" y="3610801"/>
            <a:ext cx="5160871" cy="20462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s-CO" dirty="0"/>
          </a:p>
        </p:txBody>
      </p:sp>
      <p:sp>
        <p:nvSpPr>
          <p:cNvPr id="114" name="Google Shape;172;p22">
            <a:extLst>
              <a:ext uri="{FF2B5EF4-FFF2-40B4-BE49-F238E27FC236}">
                <a16:creationId xmlns:a16="http://schemas.microsoft.com/office/drawing/2014/main" id="{EE19FC01-4747-4E28-A8B1-48C09A0EB671}"/>
              </a:ext>
            </a:extLst>
          </p:cNvPr>
          <p:cNvSpPr/>
          <p:nvPr userDrawn="1"/>
        </p:nvSpPr>
        <p:spPr>
          <a:xfrm>
            <a:off x="4625444" y="1188835"/>
            <a:ext cx="230760" cy="230784"/>
          </a:xfrm>
          <a:custGeom>
            <a:avLst/>
            <a:gdLst/>
            <a:ahLst/>
            <a:cxnLst/>
            <a:rect l="l" t="t" r="r" b="b"/>
            <a:pathLst>
              <a:path w="9617" h="9618" extrusionOk="0">
                <a:moveTo>
                  <a:pt x="0" y="1"/>
                </a:moveTo>
                <a:lnTo>
                  <a:pt x="0" y="9617"/>
                </a:lnTo>
                <a:lnTo>
                  <a:pt x="9617" y="9617"/>
                </a:lnTo>
                <a:lnTo>
                  <a:pt x="961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9;p22">
            <a:extLst>
              <a:ext uri="{FF2B5EF4-FFF2-40B4-BE49-F238E27FC236}">
                <a16:creationId xmlns:a16="http://schemas.microsoft.com/office/drawing/2014/main" id="{EEA1DFAC-856C-43FE-BB61-38C1681B882C}"/>
              </a:ext>
            </a:extLst>
          </p:cNvPr>
          <p:cNvSpPr/>
          <p:nvPr userDrawn="1"/>
        </p:nvSpPr>
        <p:spPr>
          <a:xfrm>
            <a:off x="4291939" y="4811003"/>
            <a:ext cx="481596" cy="502285"/>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80;p22">
            <a:extLst>
              <a:ext uri="{FF2B5EF4-FFF2-40B4-BE49-F238E27FC236}">
                <a16:creationId xmlns:a16="http://schemas.microsoft.com/office/drawing/2014/main" id="{DC0592F4-578F-44ED-A8C4-B56C69BA4295}"/>
              </a:ext>
            </a:extLst>
          </p:cNvPr>
          <p:cNvSpPr/>
          <p:nvPr userDrawn="1"/>
        </p:nvSpPr>
        <p:spPr>
          <a:xfrm>
            <a:off x="1431136" y="5007890"/>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73;p22">
            <a:extLst>
              <a:ext uri="{FF2B5EF4-FFF2-40B4-BE49-F238E27FC236}">
                <a16:creationId xmlns:a16="http://schemas.microsoft.com/office/drawing/2014/main" id="{CFB83892-E044-4C7E-8598-00A958C8F209}"/>
              </a:ext>
            </a:extLst>
          </p:cNvPr>
          <p:cNvSpPr/>
          <p:nvPr userDrawn="1"/>
        </p:nvSpPr>
        <p:spPr>
          <a:xfrm>
            <a:off x="205067" y="238771"/>
            <a:ext cx="453865" cy="58375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74;p22">
            <a:extLst>
              <a:ext uri="{FF2B5EF4-FFF2-40B4-BE49-F238E27FC236}">
                <a16:creationId xmlns:a16="http://schemas.microsoft.com/office/drawing/2014/main" id="{2F12A894-9948-44A9-91C1-E5FB911F15DF}"/>
              </a:ext>
            </a:extLst>
          </p:cNvPr>
          <p:cNvSpPr/>
          <p:nvPr userDrawn="1"/>
        </p:nvSpPr>
        <p:spPr>
          <a:xfrm>
            <a:off x="281278" y="356936"/>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75;p22">
            <a:extLst>
              <a:ext uri="{FF2B5EF4-FFF2-40B4-BE49-F238E27FC236}">
                <a16:creationId xmlns:a16="http://schemas.microsoft.com/office/drawing/2014/main" id="{A22A972F-FC81-42EA-8A3C-678473F67C30}"/>
              </a:ext>
            </a:extLst>
          </p:cNvPr>
          <p:cNvSpPr/>
          <p:nvPr userDrawn="1"/>
        </p:nvSpPr>
        <p:spPr>
          <a:xfrm>
            <a:off x="281278" y="466953"/>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76;p22">
            <a:extLst>
              <a:ext uri="{FF2B5EF4-FFF2-40B4-BE49-F238E27FC236}">
                <a16:creationId xmlns:a16="http://schemas.microsoft.com/office/drawing/2014/main" id="{40390EFC-26E2-4B2B-BA39-C76122EF6D44}"/>
              </a:ext>
            </a:extLst>
          </p:cNvPr>
          <p:cNvSpPr/>
          <p:nvPr userDrawn="1"/>
        </p:nvSpPr>
        <p:spPr>
          <a:xfrm>
            <a:off x="288039" y="570994"/>
            <a:ext cx="212428" cy="38248"/>
          </a:xfrm>
          <a:custGeom>
            <a:avLst/>
            <a:gdLst/>
            <a:ahLst/>
            <a:cxnLst/>
            <a:rect l="l" t="t" r="r" b="b"/>
            <a:pathLst>
              <a:path w="8853" h="1594" extrusionOk="0">
                <a:moveTo>
                  <a:pt x="1" y="1"/>
                </a:moveTo>
                <a:lnTo>
                  <a:pt x="1" y="1593"/>
                </a:lnTo>
                <a:lnTo>
                  <a:pt x="8853" y="1593"/>
                </a:lnTo>
                <a:lnTo>
                  <a:pt x="8853"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11;p22">
            <a:extLst>
              <a:ext uri="{FF2B5EF4-FFF2-40B4-BE49-F238E27FC236}">
                <a16:creationId xmlns:a16="http://schemas.microsoft.com/office/drawing/2014/main" id="{561227FC-7698-4B5C-A55A-88132BCF79F0}"/>
              </a:ext>
            </a:extLst>
          </p:cNvPr>
          <p:cNvSpPr/>
          <p:nvPr userDrawn="1"/>
        </p:nvSpPr>
        <p:spPr>
          <a:xfrm rot="10800000">
            <a:off x="2111763" y="5635012"/>
            <a:ext cx="155896" cy="203262"/>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95;p22">
            <a:extLst>
              <a:ext uri="{FF2B5EF4-FFF2-40B4-BE49-F238E27FC236}">
                <a16:creationId xmlns:a16="http://schemas.microsoft.com/office/drawing/2014/main" id="{4E8A2C92-60B1-4FD9-A2D1-4106FE9D53F0}"/>
              </a:ext>
            </a:extLst>
          </p:cNvPr>
          <p:cNvSpPr/>
          <p:nvPr userDrawn="1"/>
        </p:nvSpPr>
        <p:spPr>
          <a:xfrm>
            <a:off x="680253" y="5665277"/>
            <a:ext cx="594452" cy="129909"/>
          </a:xfrm>
          <a:custGeom>
            <a:avLst/>
            <a:gdLst/>
            <a:ahLst/>
            <a:cxnLst/>
            <a:rect l="l" t="t" r="r" b="b"/>
            <a:pathLst>
              <a:path w="24774" h="5414" extrusionOk="0">
                <a:moveTo>
                  <a:pt x="4713" y="0"/>
                </a:moveTo>
                <a:lnTo>
                  <a:pt x="0" y="2739"/>
                </a:lnTo>
                <a:lnTo>
                  <a:pt x="4713" y="5414"/>
                </a:lnTo>
                <a:lnTo>
                  <a:pt x="4713" y="3503"/>
                </a:lnTo>
                <a:lnTo>
                  <a:pt x="23946" y="3503"/>
                </a:lnTo>
                <a:cubicBezTo>
                  <a:pt x="24391" y="3503"/>
                  <a:pt x="24774" y="3185"/>
                  <a:pt x="24774" y="2739"/>
                </a:cubicBezTo>
                <a:cubicBezTo>
                  <a:pt x="24774" y="2293"/>
                  <a:pt x="24391" y="1911"/>
                  <a:pt x="23946" y="1911"/>
                </a:cubicBezTo>
                <a:lnTo>
                  <a:pt x="4713" y="1911"/>
                </a:lnTo>
                <a:lnTo>
                  <a:pt x="471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a:extLst>
              <a:ext uri="{FF2B5EF4-FFF2-40B4-BE49-F238E27FC236}">
                <a16:creationId xmlns:a16="http://schemas.microsoft.com/office/drawing/2014/main" id="{EA465B5C-1731-4F09-AAA8-B3098364799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30826" y="703747"/>
            <a:ext cx="760976" cy="760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996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FFBFF-EBB0-485D-933D-A5FF44DA9111}"/>
              </a:ext>
            </a:extLst>
          </p:cNvPr>
          <p:cNvSpPr>
            <a:spLocks noGrp="1"/>
          </p:cNvSpPr>
          <p:nvPr>
            <p:ph type="title"/>
          </p:nvPr>
        </p:nvSpPr>
        <p:spPr/>
        <p:txBody>
          <a:bodyPr/>
          <a:lstStyle/>
          <a:p>
            <a:r>
              <a:rPr lang="en-US"/>
              <a:t>Click to edit Master title style</a:t>
            </a:r>
            <a:endParaRPr lang="es-CO"/>
          </a:p>
        </p:txBody>
      </p:sp>
      <p:sp>
        <p:nvSpPr>
          <p:cNvPr id="3" name="Content Placeholder 2">
            <a:extLst>
              <a:ext uri="{FF2B5EF4-FFF2-40B4-BE49-F238E27FC236}">
                <a16:creationId xmlns:a16="http://schemas.microsoft.com/office/drawing/2014/main" id="{E09B0FDD-888D-4F07-B765-6AFBF3ACAA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8A52988E-7B0B-4116-9518-8C333865568A}"/>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5" name="Footer Placeholder 4">
            <a:extLst>
              <a:ext uri="{FF2B5EF4-FFF2-40B4-BE49-F238E27FC236}">
                <a16:creationId xmlns:a16="http://schemas.microsoft.com/office/drawing/2014/main" id="{9C636451-3825-4E24-B4D3-50F2A6BEF2EA}"/>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C32D6281-497E-4678-B45A-881F2DA433DD}"/>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2010666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34D3C-FDB6-4207-B655-B90F14603EEC}"/>
              </a:ext>
            </a:extLst>
          </p:cNvPr>
          <p:cNvSpPr>
            <a:spLocks noGrp="1"/>
          </p:cNvSpPr>
          <p:nvPr>
            <p:ph type="title"/>
          </p:nvPr>
        </p:nvSpPr>
        <p:spPr>
          <a:xfrm>
            <a:off x="831850" y="1709738"/>
            <a:ext cx="9902825" cy="2852737"/>
          </a:xfrm>
        </p:spPr>
        <p:txBody>
          <a:bodyPr anchor="b"/>
          <a:lstStyle>
            <a:lvl1pPr>
              <a:defRPr sz="6000"/>
            </a:lvl1pPr>
          </a:lstStyle>
          <a:p>
            <a:r>
              <a:rPr lang="en-US"/>
              <a:t>Click to edit Master title style</a:t>
            </a:r>
            <a:endParaRPr lang="es-CO"/>
          </a:p>
        </p:txBody>
      </p:sp>
      <p:sp>
        <p:nvSpPr>
          <p:cNvPr id="3" name="Text Placeholder 2">
            <a:extLst>
              <a:ext uri="{FF2B5EF4-FFF2-40B4-BE49-F238E27FC236}">
                <a16:creationId xmlns:a16="http://schemas.microsoft.com/office/drawing/2014/main" id="{51A451E2-1896-4143-8C80-2EF4B560EB24}"/>
              </a:ext>
            </a:extLst>
          </p:cNvPr>
          <p:cNvSpPr>
            <a:spLocks noGrp="1"/>
          </p:cNvSpPr>
          <p:nvPr>
            <p:ph type="body" idx="1"/>
          </p:nvPr>
        </p:nvSpPr>
        <p:spPr>
          <a:xfrm>
            <a:off x="831850" y="4589463"/>
            <a:ext cx="99028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92CF50-158F-4D9A-9463-57C7BD59779E}"/>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5" name="Footer Placeholder 4">
            <a:extLst>
              <a:ext uri="{FF2B5EF4-FFF2-40B4-BE49-F238E27FC236}">
                <a16:creationId xmlns:a16="http://schemas.microsoft.com/office/drawing/2014/main" id="{D9F2A55F-A259-4F1E-AAAD-D849F8BC1753}"/>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61056295-1646-4FF7-B965-99B5E8BF0C43}"/>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3581758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1FAA-9B18-416E-A89E-767378995BE6}"/>
              </a:ext>
            </a:extLst>
          </p:cNvPr>
          <p:cNvSpPr>
            <a:spLocks noGrp="1"/>
          </p:cNvSpPr>
          <p:nvPr>
            <p:ph type="title"/>
          </p:nvPr>
        </p:nvSpPr>
        <p:spPr/>
        <p:txBody>
          <a:bodyPr/>
          <a:lstStyle/>
          <a:p>
            <a:r>
              <a:rPr lang="en-US"/>
              <a:t>Click to edit Master title style</a:t>
            </a:r>
            <a:endParaRPr lang="es-CO"/>
          </a:p>
        </p:txBody>
      </p:sp>
      <p:sp>
        <p:nvSpPr>
          <p:cNvPr id="3" name="Content Placeholder 2">
            <a:extLst>
              <a:ext uri="{FF2B5EF4-FFF2-40B4-BE49-F238E27FC236}">
                <a16:creationId xmlns:a16="http://schemas.microsoft.com/office/drawing/2014/main" id="{26ACA506-4180-40D4-82D3-F4D534102176}"/>
              </a:ext>
            </a:extLst>
          </p:cNvPr>
          <p:cNvSpPr>
            <a:spLocks noGrp="1"/>
          </p:cNvSpPr>
          <p:nvPr>
            <p:ph sz="half" idx="1"/>
          </p:nvPr>
        </p:nvSpPr>
        <p:spPr>
          <a:xfrm>
            <a:off x="838200" y="1825625"/>
            <a:ext cx="47625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Content Placeholder 3">
            <a:extLst>
              <a:ext uri="{FF2B5EF4-FFF2-40B4-BE49-F238E27FC236}">
                <a16:creationId xmlns:a16="http://schemas.microsoft.com/office/drawing/2014/main" id="{542919F8-6F99-4463-AD28-8865DE9B658A}"/>
              </a:ext>
            </a:extLst>
          </p:cNvPr>
          <p:cNvSpPr>
            <a:spLocks noGrp="1"/>
          </p:cNvSpPr>
          <p:nvPr>
            <p:ph sz="half" idx="2"/>
          </p:nvPr>
        </p:nvSpPr>
        <p:spPr>
          <a:xfrm>
            <a:off x="5972176" y="1825625"/>
            <a:ext cx="47625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5" name="Date Placeholder 4">
            <a:extLst>
              <a:ext uri="{FF2B5EF4-FFF2-40B4-BE49-F238E27FC236}">
                <a16:creationId xmlns:a16="http://schemas.microsoft.com/office/drawing/2014/main" id="{3F72BB76-A9BB-4B55-B6C3-E2109C1FFA93}"/>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6" name="Footer Placeholder 5">
            <a:extLst>
              <a:ext uri="{FF2B5EF4-FFF2-40B4-BE49-F238E27FC236}">
                <a16:creationId xmlns:a16="http://schemas.microsoft.com/office/drawing/2014/main" id="{A4EFBFDA-7949-47AF-A348-48C7DC9053F9}"/>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FE4CD142-A766-4152-8354-BCA03128BC5F}"/>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140250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9B02-E944-42C4-900C-93B83A618D14}"/>
              </a:ext>
            </a:extLst>
          </p:cNvPr>
          <p:cNvSpPr>
            <a:spLocks noGrp="1"/>
          </p:cNvSpPr>
          <p:nvPr>
            <p:ph type="title"/>
          </p:nvPr>
        </p:nvSpPr>
        <p:spPr>
          <a:xfrm>
            <a:off x="838200" y="355600"/>
            <a:ext cx="9896475" cy="1325563"/>
          </a:xfrm>
        </p:spPr>
        <p:txBody>
          <a:bodyPr/>
          <a:lstStyle/>
          <a:p>
            <a:r>
              <a:rPr lang="en-US"/>
              <a:t>Click to edit Master title style</a:t>
            </a:r>
            <a:endParaRPr lang="es-CO"/>
          </a:p>
        </p:txBody>
      </p:sp>
      <p:sp>
        <p:nvSpPr>
          <p:cNvPr id="3" name="Text Placeholder 2">
            <a:extLst>
              <a:ext uri="{FF2B5EF4-FFF2-40B4-BE49-F238E27FC236}">
                <a16:creationId xmlns:a16="http://schemas.microsoft.com/office/drawing/2014/main" id="{64B745FA-1448-4B1A-A31F-29FC186E2B44}"/>
              </a:ext>
            </a:extLst>
          </p:cNvPr>
          <p:cNvSpPr>
            <a:spLocks noGrp="1"/>
          </p:cNvSpPr>
          <p:nvPr>
            <p:ph type="body" idx="1"/>
          </p:nvPr>
        </p:nvSpPr>
        <p:spPr>
          <a:xfrm>
            <a:off x="839788" y="1681163"/>
            <a:ext cx="46370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611214-6F20-4EDC-BBFF-506C3D334E35}"/>
              </a:ext>
            </a:extLst>
          </p:cNvPr>
          <p:cNvSpPr>
            <a:spLocks noGrp="1"/>
          </p:cNvSpPr>
          <p:nvPr>
            <p:ph sz="half" idx="2"/>
          </p:nvPr>
        </p:nvSpPr>
        <p:spPr>
          <a:xfrm>
            <a:off x="839788" y="2505075"/>
            <a:ext cx="46370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5" name="Text Placeholder 4">
            <a:extLst>
              <a:ext uri="{FF2B5EF4-FFF2-40B4-BE49-F238E27FC236}">
                <a16:creationId xmlns:a16="http://schemas.microsoft.com/office/drawing/2014/main" id="{A33269D3-A0B6-45EC-86E1-DE6BA526241E}"/>
              </a:ext>
            </a:extLst>
          </p:cNvPr>
          <p:cNvSpPr>
            <a:spLocks noGrp="1"/>
          </p:cNvSpPr>
          <p:nvPr>
            <p:ph type="body" sz="quarter" idx="3"/>
          </p:nvPr>
        </p:nvSpPr>
        <p:spPr>
          <a:xfrm>
            <a:off x="5924550" y="1681163"/>
            <a:ext cx="48101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B60D14-4DC3-43CD-BCEF-55AA0ABA9C42}"/>
              </a:ext>
            </a:extLst>
          </p:cNvPr>
          <p:cNvSpPr>
            <a:spLocks noGrp="1"/>
          </p:cNvSpPr>
          <p:nvPr>
            <p:ph sz="quarter" idx="4"/>
          </p:nvPr>
        </p:nvSpPr>
        <p:spPr>
          <a:xfrm>
            <a:off x="5924550" y="2505075"/>
            <a:ext cx="481012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7" name="Date Placeholder 6">
            <a:extLst>
              <a:ext uri="{FF2B5EF4-FFF2-40B4-BE49-F238E27FC236}">
                <a16:creationId xmlns:a16="http://schemas.microsoft.com/office/drawing/2014/main" id="{B9E5A42E-90A9-47A6-A0F3-A4710A219AF8}"/>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8" name="Footer Placeholder 7">
            <a:extLst>
              <a:ext uri="{FF2B5EF4-FFF2-40B4-BE49-F238E27FC236}">
                <a16:creationId xmlns:a16="http://schemas.microsoft.com/office/drawing/2014/main" id="{09732871-1264-4AAF-8AD5-C5EB74D0F0F0}"/>
              </a:ext>
            </a:extLst>
          </p:cNvPr>
          <p:cNvSpPr>
            <a:spLocks noGrp="1"/>
          </p:cNvSpPr>
          <p:nvPr>
            <p:ph type="ftr" sz="quarter" idx="11"/>
          </p:nvPr>
        </p:nvSpPr>
        <p:spPr/>
        <p:txBody>
          <a:bodyPr/>
          <a:lstStyle/>
          <a:p>
            <a:endParaRPr lang="es-CO"/>
          </a:p>
        </p:txBody>
      </p:sp>
      <p:sp>
        <p:nvSpPr>
          <p:cNvPr id="9" name="Slide Number Placeholder 8">
            <a:extLst>
              <a:ext uri="{FF2B5EF4-FFF2-40B4-BE49-F238E27FC236}">
                <a16:creationId xmlns:a16="http://schemas.microsoft.com/office/drawing/2014/main" id="{6897E6D2-5102-425E-8A7D-EB24642E3BFB}"/>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2363060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173CD-D29A-45EE-9BE5-5D233D186721}"/>
              </a:ext>
            </a:extLst>
          </p:cNvPr>
          <p:cNvSpPr>
            <a:spLocks noGrp="1"/>
          </p:cNvSpPr>
          <p:nvPr>
            <p:ph type="title"/>
          </p:nvPr>
        </p:nvSpPr>
        <p:spPr/>
        <p:txBody>
          <a:bodyPr/>
          <a:lstStyle/>
          <a:p>
            <a:r>
              <a:rPr lang="en-US"/>
              <a:t>Click to edit Master title style</a:t>
            </a:r>
            <a:endParaRPr lang="es-CO"/>
          </a:p>
        </p:txBody>
      </p:sp>
      <p:sp>
        <p:nvSpPr>
          <p:cNvPr id="3" name="Date Placeholder 2">
            <a:extLst>
              <a:ext uri="{FF2B5EF4-FFF2-40B4-BE49-F238E27FC236}">
                <a16:creationId xmlns:a16="http://schemas.microsoft.com/office/drawing/2014/main" id="{19717140-AA7E-48D7-914E-0AE16CC9E80F}"/>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4" name="Footer Placeholder 3">
            <a:extLst>
              <a:ext uri="{FF2B5EF4-FFF2-40B4-BE49-F238E27FC236}">
                <a16:creationId xmlns:a16="http://schemas.microsoft.com/office/drawing/2014/main" id="{2B97ADD5-805B-4D04-AE96-A0A0426FEAD2}"/>
              </a:ext>
            </a:extLst>
          </p:cNvPr>
          <p:cNvSpPr>
            <a:spLocks noGrp="1"/>
          </p:cNvSpPr>
          <p:nvPr>
            <p:ph type="ftr" sz="quarter" idx="11"/>
          </p:nvPr>
        </p:nvSpPr>
        <p:spPr/>
        <p:txBody>
          <a:bodyPr/>
          <a:lstStyle/>
          <a:p>
            <a:endParaRPr lang="es-CO"/>
          </a:p>
        </p:txBody>
      </p:sp>
      <p:sp>
        <p:nvSpPr>
          <p:cNvPr id="5" name="Slide Number Placeholder 4">
            <a:extLst>
              <a:ext uri="{FF2B5EF4-FFF2-40B4-BE49-F238E27FC236}">
                <a16:creationId xmlns:a16="http://schemas.microsoft.com/office/drawing/2014/main" id="{858B1480-0A80-46E7-86B1-FD1BC2578AC5}"/>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3539776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8731EC-483F-47C4-9B9E-6AD0A211FC24}"/>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3" name="Footer Placeholder 2">
            <a:extLst>
              <a:ext uri="{FF2B5EF4-FFF2-40B4-BE49-F238E27FC236}">
                <a16:creationId xmlns:a16="http://schemas.microsoft.com/office/drawing/2014/main" id="{5785388C-1C2B-4DD5-AAD5-F1323FC64269}"/>
              </a:ext>
            </a:extLst>
          </p:cNvPr>
          <p:cNvSpPr>
            <a:spLocks noGrp="1"/>
          </p:cNvSpPr>
          <p:nvPr>
            <p:ph type="ftr" sz="quarter" idx="11"/>
          </p:nvPr>
        </p:nvSpPr>
        <p:spPr/>
        <p:txBody>
          <a:bodyPr/>
          <a:lstStyle/>
          <a:p>
            <a:endParaRPr lang="es-CO"/>
          </a:p>
        </p:txBody>
      </p:sp>
      <p:sp>
        <p:nvSpPr>
          <p:cNvPr id="4" name="Slide Number Placeholder 3">
            <a:extLst>
              <a:ext uri="{FF2B5EF4-FFF2-40B4-BE49-F238E27FC236}">
                <a16:creationId xmlns:a16="http://schemas.microsoft.com/office/drawing/2014/main" id="{389F4970-C255-485B-AC88-2BF4CCAA9EC8}"/>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2963678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99FA9-F9E5-4B51-AC7A-825CAB8841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O"/>
          </a:p>
        </p:txBody>
      </p:sp>
      <p:sp>
        <p:nvSpPr>
          <p:cNvPr id="3" name="Content Placeholder 2">
            <a:extLst>
              <a:ext uri="{FF2B5EF4-FFF2-40B4-BE49-F238E27FC236}">
                <a16:creationId xmlns:a16="http://schemas.microsoft.com/office/drawing/2014/main" id="{E70FCF3E-4A3A-4E20-9597-0AF998D2C0EE}"/>
              </a:ext>
            </a:extLst>
          </p:cNvPr>
          <p:cNvSpPr>
            <a:spLocks noGrp="1"/>
          </p:cNvSpPr>
          <p:nvPr>
            <p:ph idx="1"/>
          </p:nvPr>
        </p:nvSpPr>
        <p:spPr>
          <a:xfrm>
            <a:off x="5183188" y="987425"/>
            <a:ext cx="547528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Text Placeholder 3">
            <a:extLst>
              <a:ext uri="{FF2B5EF4-FFF2-40B4-BE49-F238E27FC236}">
                <a16:creationId xmlns:a16="http://schemas.microsoft.com/office/drawing/2014/main" id="{523BB7DD-549E-4EF9-8683-14EAE9B574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0F9032-53D3-4BC3-A965-62A2EE8FED78}"/>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6" name="Footer Placeholder 5">
            <a:extLst>
              <a:ext uri="{FF2B5EF4-FFF2-40B4-BE49-F238E27FC236}">
                <a16:creationId xmlns:a16="http://schemas.microsoft.com/office/drawing/2014/main" id="{BB5EE56A-AFF1-4768-9A93-1606830D9E3D}"/>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43A58B97-F550-41AD-A581-208BFAF8A0C7}"/>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216989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5365-BD09-46FE-B5C6-34C55357D2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O"/>
          </a:p>
        </p:txBody>
      </p:sp>
      <p:sp>
        <p:nvSpPr>
          <p:cNvPr id="3" name="Picture Placeholder 2">
            <a:extLst>
              <a:ext uri="{FF2B5EF4-FFF2-40B4-BE49-F238E27FC236}">
                <a16:creationId xmlns:a16="http://schemas.microsoft.com/office/drawing/2014/main" id="{3A5741B6-DC3A-4D84-8850-65CEB34A9D1F}"/>
              </a:ext>
            </a:extLst>
          </p:cNvPr>
          <p:cNvSpPr>
            <a:spLocks noGrp="1"/>
          </p:cNvSpPr>
          <p:nvPr>
            <p:ph type="pic" idx="1"/>
          </p:nvPr>
        </p:nvSpPr>
        <p:spPr>
          <a:xfrm>
            <a:off x="5183188" y="987425"/>
            <a:ext cx="555148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Text Placeholder 3">
            <a:extLst>
              <a:ext uri="{FF2B5EF4-FFF2-40B4-BE49-F238E27FC236}">
                <a16:creationId xmlns:a16="http://schemas.microsoft.com/office/drawing/2014/main" id="{5AA23287-9AE5-4249-8098-D3F89F76B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ACDA24-8AB6-4202-A1CA-D391744B8335}"/>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6" name="Footer Placeholder 5">
            <a:extLst>
              <a:ext uri="{FF2B5EF4-FFF2-40B4-BE49-F238E27FC236}">
                <a16:creationId xmlns:a16="http://schemas.microsoft.com/office/drawing/2014/main" id="{4149BF3B-D14F-4193-881D-60875886882E}"/>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26E82660-D370-4BB4-8256-5325FDB9DDC1}"/>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626537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E760-1A0B-4FDF-829A-0AF574ABD074}"/>
              </a:ext>
            </a:extLst>
          </p:cNvPr>
          <p:cNvSpPr>
            <a:spLocks noGrp="1"/>
          </p:cNvSpPr>
          <p:nvPr>
            <p:ph type="title"/>
          </p:nvPr>
        </p:nvSpPr>
        <p:spPr/>
        <p:txBody>
          <a:bodyPr/>
          <a:lstStyle/>
          <a:p>
            <a:r>
              <a:rPr lang="en-US"/>
              <a:t>Click to edit Master title style</a:t>
            </a:r>
            <a:endParaRPr lang="es-CO"/>
          </a:p>
        </p:txBody>
      </p:sp>
      <p:sp>
        <p:nvSpPr>
          <p:cNvPr id="3" name="Vertical Text Placeholder 2">
            <a:extLst>
              <a:ext uri="{FF2B5EF4-FFF2-40B4-BE49-F238E27FC236}">
                <a16:creationId xmlns:a16="http://schemas.microsoft.com/office/drawing/2014/main" id="{89EE549A-5059-43DD-BBE5-D7CFAFB661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6CCDC0CF-6FF1-4E2C-BAB6-8404A09A14A0}"/>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5" name="Footer Placeholder 4">
            <a:extLst>
              <a:ext uri="{FF2B5EF4-FFF2-40B4-BE49-F238E27FC236}">
                <a16:creationId xmlns:a16="http://schemas.microsoft.com/office/drawing/2014/main" id="{02FA39D6-C254-4C3C-A49E-3573F30C3184}"/>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A324AEAC-CBC2-4EA5-8070-F2C7C4DB76F0}"/>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894405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5EDA5C-9F6E-4491-9CC2-9B664C51875C}"/>
              </a:ext>
            </a:extLst>
          </p:cNvPr>
          <p:cNvSpPr>
            <a:spLocks noGrp="1"/>
          </p:cNvSpPr>
          <p:nvPr>
            <p:ph type="title" orient="vert"/>
          </p:nvPr>
        </p:nvSpPr>
        <p:spPr>
          <a:xfrm>
            <a:off x="8610600" y="365125"/>
            <a:ext cx="2124075" cy="5811838"/>
          </a:xfrm>
        </p:spPr>
        <p:txBody>
          <a:bodyPr vert="eaVert"/>
          <a:lstStyle/>
          <a:p>
            <a:r>
              <a:rPr lang="en-US"/>
              <a:t>Click to edit Master title style</a:t>
            </a:r>
            <a:endParaRPr lang="es-CO"/>
          </a:p>
        </p:txBody>
      </p:sp>
      <p:sp>
        <p:nvSpPr>
          <p:cNvPr id="3" name="Vertical Text Placeholder 2">
            <a:extLst>
              <a:ext uri="{FF2B5EF4-FFF2-40B4-BE49-F238E27FC236}">
                <a16:creationId xmlns:a16="http://schemas.microsoft.com/office/drawing/2014/main" id="{BE4575F4-620F-4A56-9FD8-E4C7E23A3EC4}"/>
              </a:ext>
            </a:extLst>
          </p:cNvPr>
          <p:cNvSpPr>
            <a:spLocks noGrp="1"/>
          </p:cNvSpPr>
          <p:nvPr>
            <p:ph type="body" orient="vert" idx="1"/>
          </p:nvPr>
        </p:nvSpPr>
        <p:spPr>
          <a:xfrm>
            <a:off x="838201" y="365125"/>
            <a:ext cx="73152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CO" dirty="0"/>
          </a:p>
        </p:txBody>
      </p:sp>
      <p:sp>
        <p:nvSpPr>
          <p:cNvPr id="4" name="Date Placeholder 3">
            <a:extLst>
              <a:ext uri="{FF2B5EF4-FFF2-40B4-BE49-F238E27FC236}">
                <a16:creationId xmlns:a16="http://schemas.microsoft.com/office/drawing/2014/main" id="{41EE7EFD-A3A6-4BAE-9673-04A392377D14}"/>
              </a:ext>
            </a:extLst>
          </p:cNvPr>
          <p:cNvSpPr>
            <a:spLocks noGrp="1"/>
          </p:cNvSpPr>
          <p:nvPr>
            <p:ph type="dt" sz="half" idx="10"/>
          </p:nvPr>
        </p:nvSpPr>
        <p:spPr/>
        <p:txBody>
          <a:bodyPr/>
          <a:lstStyle/>
          <a:p>
            <a:fld id="{9B7E162A-3D35-42EE-9566-FBBAD9408C19}" type="datetimeFigureOut">
              <a:rPr lang="es-CO" smtClean="0"/>
              <a:t>3/11/2025</a:t>
            </a:fld>
            <a:endParaRPr lang="es-CO"/>
          </a:p>
        </p:txBody>
      </p:sp>
      <p:sp>
        <p:nvSpPr>
          <p:cNvPr id="5" name="Footer Placeholder 4">
            <a:extLst>
              <a:ext uri="{FF2B5EF4-FFF2-40B4-BE49-F238E27FC236}">
                <a16:creationId xmlns:a16="http://schemas.microsoft.com/office/drawing/2014/main" id="{87DE512C-903A-4D5C-A119-2A65862EDA88}"/>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C48EB073-9520-48FB-8DA4-B088E146030F}"/>
              </a:ext>
            </a:extLst>
          </p:cNvPr>
          <p:cNvSpPr>
            <a:spLocks noGrp="1"/>
          </p:cNvSpPr>
          <p:nvPr>
            <p:ph type="sldNum" sz="quarter" idx="12"/>
          </p:nvPr>
        </p:nvSpPr>
        <p:spPr/>
        <p:txBody>
          <a:bodyPr/>
          <a:lstStyle/>
          <a:p>
            <a:fld id="{47827900-6BFE-48E4-B8D2-945F0A57789F}" type="slidenum">
              <a:rPr lang="es-CO" smtClean="0"/>
              <a:t>‹#›</a:t>
            </a:fld>
            <a:endParaRPr lang="es-CO"/>
          </a:p>
        </p:txBody>
      </p:sp>
    </p:spTree>
    <p:extLst>
      <p:ext uri="{BB962C8B-B14F-4D97-AF65-F5344CB8AC3E}">
        <p14:creationId xmlns:p14="http://schemas.microsoft.com/office/powerpoint/2010/main" val="114267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33622D-F6EC-4C89-9006-CFAE4319C8B4}"/>
              </a:ext>
            </a:extLst>
          </p:cNvPr>
          <p:cNvSpPr>
            <a:spLocks noGrp="1"/>
          </p:cNvSpPr>
          <p:nvPr>
            <p:ph type="title"/>
          </p:nvPr>
        </p:nvSpPr>
        <p:spPr>
          <a:xfrm>
            <a:off x="838200" y="365125"/>
            <a:ext cx="9896475" cy="1325563"/>
          </a:xfrm>
          <a:prstGeom prst="rect">
            <a:avLst/>
          </a:prstGeom>
        </p:spPr>
        <p:txBody>
          <a:bodyPr vert="horz" lIns="91440" tIns="45720" rIns="91440" bIns="45720" rtlCol="0" anchor="ctr">
            <a:normAutofit/>
          </a:bodyPr>
          <a:lstStyle/>
          <a:p>
            <a:r>
              <a:rPr lang="en-US"/>
              <a:t>Click to edit Master title style</a:t>
            </a:r>
            <a:endParaRPr lang="es-CO"/>
          </a:p>
        </p:txBody>
      </p:sp>
      <p:sp>
        <p:nvSpPr>
          <p:cNvPr id="3" name="Text Placeholder 2">
            <a:extLst>
              <a:ext uri="{FF2B5EF4-FFF2-40B4-BE49-F238E27FC236}">
                <a16:creationId xmlns:a16="http://schemas.microsoft.com/office/drawing/2014/main" id="{633128D6-906B-4E76-8D6F-35AA31D54368}"/>
              </a:ext>
            </a:extLst>
          </p:cNvPr>
          <p:cNvSpPr>
            <a:spLocks noGrp="1"/>
          </p:cNvSpPr>
          <p:nvPr>
            <p:ph type="body" idx="1"/>
          </p:nvPr>
        </p:nvSpPr>
        <p:spPr>
          <a:xfrm>
            <a:off x="838200" y="1825625"/>
            <a:ext cx="989647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6BC7AAA1-2763-4944-AEAC-EA5EAAA544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E162A-3D35-42EE-9566-FBBAD9408C19}" type="datetimeFigureOut">
              <a:rPr lang="es-CO" smtClean="0"/>
              <a:t>3/11/2025</a:t>
            </a:fld>
            <a:endParaRPr lang="es-CO"/>
          </a:p>
        </p:txBody>
      </p:sp>
      <p:sp>
        <p:nvSpPr>
          <p:cNvPr id="5" name="Footer Placeholder 4">
            <a:extLst>
              <a:ext uri="{FF2B5EF4-FFF2-40B4-BE49-F238E27FC236}">
                <a16:creationId xmlns:a16="http://schemas.microsoft.com/office/drawing/2014/main" id="{15DA33C8-8F37-43CC-B76A-12912F0F41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a:extLst>
              <a:ext uri="{FF2B5EF4-FFF2-40B4-BE49-F238E27FC236}">
                <a16:creationId xmlns:a16="http://schemas.microsoft.com/office/drawing/2014/main" id="{5D95BE3B-5A8E-4A14-BF6C-0EE63E7AD42C}"/>
              </a:ext>
            </a:extLst>
          </p:cNvPr>
          <p:cNvSpPr>
            <a:spLocks noGrp="1"/>
          </p:cNvSpPr>
          <p:nvPr>
            <p:ph type="sldNum" sz="quarter" idx="4"/>
          </p:nvPr>
        </p:nvSpPr>
        <p:spPr>
          <a:xfrm>
            <a:off x="8610600" y="6356351"/>
            <a:ext cx="2124075" cy="292100"/>
          </a:xfrm>
          <a:prstGeom prst="rect">
            <a:avLst/>
          </a:prstGeom>
        </p:spPr>
        <p:txBody>
          <a:bodyPr vert="horz" lIns="91440" tIns="45720" rIns="91440" bIns="45720" rtlCol="0" anchor="ctr"/>
          <a:lstStyle>
            <a:lvl1pPr algn="r">
              <a:defRPr sz="1200">
                <a:solidFill>
                  <a:schemeClr val="tx1">
                    <a:tint val="75000"/>
                  </a:schemeClr>
                </a:solidFill>
              </a:defRPr>
            </a:lvl1pPr>
          </a:lstStyle>
          <a:p>
            <a:fld id="{47827900-6BFE-48E4-B8D2-945F0A57789F}" type="slidenum">
              <a:rPr lang="es-CO" smtClean="0"/>
              <a:t>‹#›</a:t>
            </a:fld>
            <a:endParaRPr lang="es-CO" dirty="0"/>
          </a:p>
        </p:txBody>
      </p:sp>
      <p:sp>
        <p:nvSpPr>
          <p:cNvPr id="7" name="Rectangle 6">
            <a:extLst>
              <a:ext uri="{FF2B5EF4-FFF2-40B4-BE49-F238E27FC236}">
                <a16:creationId xmlns:a16="http://schemas.microsoft.com/office/drawing/2014/main" id="{C93B6925-80CE-492D-87AC-A43B958391C4}"/>
              </a:ext>
            </a:extLst>
          </p:cNvPr>
          <p:cNvSpPr/>
          <p:nvPr userDrawn="1"/>
        </p:nvSpPr>
        <p:spPr>
          <a:xfrm>
            <a:off x="10868025" y="1"/>
            <a:ext cx="1066800" cy="6858000"/>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83729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m4DQCDWPu-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nodejs.org/en/"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svelte.dev/"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8DA7-22FF-4181-9AA3-10C961193230}"/>
              </a:ext>
            </a:extLst>
          </p:cNvPr>
          <p:cNvSpPr>
            <a:spLocks noGrp="1"/>
          </p:cNvSpPr>
          <p:nvPr>
            <p:ph type="ctrTitle"/>
          </p:nvPr>
        </p:nvSpPr>
        <p:spPr>
          <a:xfrm>
            <a:off x="6448425" y="1122363"/>
            <a:ext cx="5068905" cy="2387600"/>
          </a:xfrm>
        </p:spPr>
        <p:txBody>
          <a:bodyPr>
            <a:normAutofit/>
          </a:bodyPr>
          <a:lstStyle/>
          <a:p>
            <a:r>
              <a:rPr lang="es-CO" sz="3200" dirty="0"/>
              <a:t>SVELT JS 1</a:t>
            </a:r>
            <a:br>
              <a:rPr lang="es-CO" sz="3200" dirty="0"/>
            </a:br>
            <a:r>
              <a:rPr lang="es-CO" sz="3200" dirty="0"/>
              <a:t>Instalación </a:t>
            </a:r>
          </a:p>
        </p:txBody>
      </p:sp>
      <p:sp>
        <p:nvSpPr>
          <p:cNvPr id="3" name="Subtitle 2">
            <a:extLst>
              <a:ext uri="{FF2B5EF4-FFF2-40B4-BE49-F238E27FC236}">
                <a16:creationId xmlns:a16="http://schemas.microsoft.com/office/drawing/2014/main" id="{F15AD3E2-41AE-479E-8BBF-02381C252044}"/>
              </a:ext>
            </a:extLst>
          </p:cNvPr>
          <p:cNvSpPr>
            <a:spLocks noGrp="1"/>
          </p:cNvSpPr>
          <p:nvPr>
            <p:ph type="subTitle" idx="4294967295"/>
          </p:nvPr>
        </p:nvSpPr>
        <p:spPr>
          <a:xfrm>
            <a:off x="6448424" y="3602038"/>
            <a:ext cx="5284664" cy="1655762"/>
          </a:xfrm>
        </p:spPr>
        <p:txBody>
          <a:bodyPr/>
          <a:lstStyle/>
          <a:p>
            <a:pPr marL="0" indent="0">
              <a:buNone/>
            </a:pPr>
            <a:r>
              <a:rPr lang="es-CO" dirty="0">
                <a:solidFill>
                  <a:schemeClr val="bg1"/>
                </a:solidFill>
              </a:rPr>
              <a:t>Mg. Bryan Fernandez Ebrath</a:t>
            </a:r>
          </a:p>
        </p:txBody>
      </p:sp>
    </p:spTree>
    <p:extLst>
      <p:ext uri="{BB962C8B-B14F-4D97-AF65-F5344CB8AC3E}">
        <p14:creationId xmlns:p14="http://schemas.microsoft.com/office/powerpoint/2010/main" val="1153153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s-MX" altLang="en-US" dirty="0" err="1">
                <a:latin typeface="Calibri" panose="020F0502020204030204" pitchFamily="34" charset="0"/>
                <a:cs typeface="Calibri" panose="020F0502020204030204" pitchFamily="34" charset="0"/>
              </a:rPr>
              <a:t>Svelte</a:t>
            </a:r>
            <a:r>
              <a:rPr lang="es-MX" altLang="en-US" dirty="0">
                <a:latin typeface="Calibri" panose="020F0502020204030204" pitchFamily="34" charset="0"/>
                <a:cs typeface="Calibri" panose="020F0502020204030204" pitchFamily="34" charset="0"/>
              </a:rPr>
              <a:t> es un </a:t>
            </a:r>
            <a:r>
              <a:rPr lang="es-MX" altLang="en-US" dirty="0" err="1">
                <a:latin typeface="Calibri" panose="020F0502020204030204" pitchFamily="34" charset="0"/>
                <a:cs typeface="Calibri" panose="020F0502020204030204" pitchFamily="34" charset="0"/>
              </a:rPr>
              <a:t>framework</a:t>
            </a:r>
            <a:r>
              <a:rPr lang="es-MX" altLang="en-US" dirty="0">
                <a:latin typeface="Calibri" panose="020F0502020204030204" pitchFamily="34" charset="0"/>
                <a:cs typeface="Calibri" panose="020F0502020204030204" pitchFamily="34" charset="0"/>
              </a:rPr>
              <a:t> de interfaz de usuario que utiliza un compilador para permitirle escribir componentes increíblemente concisos que realizan un trabajo mínimo en el navegador, utilizando lenguajes que ya conoce: HTML, CSS y JavaScript. Es una carta de amor al desarrollo web.</a:t>
            </a:r>
            <a:endParaRPr lang="es-ES" altLang="en-US" dirty="0">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416976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s-MX" altLang="en-US" dirty="0">
                <a:latin typeface="Calibri" panose="020F0502020204030204" pitchFamily="34" charset="0"/>
                <a:cs typeface="Calibri" panose="020F0502020204030204" pitchFamily="34" charset="0"/>
              </a:rPr>
              <a:t>¿Qué es </a:t>
            </a:r>
            <a:r>
              <a:rPr lang="es-MX" altLang="en-US" dirty="0" err="1">
                <a:latin typeface="Calibri" panose="020F0502020204030204" pitchFamily="34" charset="0"/>
                <a:cs typeface="Calibri" panose="020F0502020204030204" pitchFamily="34" charset="0"/>
              </a:rPr>
              <a:t>SvelteKit</a:t>
            </a:r>
            <a:r>
              <a:rPr lang="es-MX" altLang="en-US" dirty="0">
                <a:latin typeface="Calibri" panose="020F0502020204030204" pitchFamily="34" charset="0"/>
                <a:cs typeface="Calibri" panose="020F0502020204030204" pitchFamily="34" charset="0"/>
              </a:rPr>
              <a:t>?</a:t>
            </a:r>
          </a:p>
          <a:p>
            <a:pPr marL="0" indent="0">
              <a:buNone/>
            </a:pPr>
            <a:r>
              <a:rPr lang="es-MX" altLang="en-US" dirty="0" err="1">
                <a:latin typeface="Calibri" panose="020F0502020204030204" pitchFamily="34" charset="0"/>
                <a:cs typeface="Calibri" panose="020F0502020204030204" pitchFamily="34" charset="0"/>
              </a:rPr>
              <a:t>SvelteKit</a:t>
            </a:r>
            <a:r>
              <a:rPr lang="es-MX" altLang="en-US" dirty="0">
                <a:latin typeface="Calibri" panose="020F0502020204030204" pitchFamily="34" charset="0"/>
                <a:cs typeface="Calibri" panose="020F0502020204030204" pitchFamily="34" charset="0"/>
              </a:rPr>
              <a:t> es un marco para desarrollar rápidamente aplicaciones web robustas y de alto rendimiento utilizando </a:t>
            </a:r>
            <a:r>
              <a:rPr lang="es-MX" altLang="en-US" dirty="0" err="1">
                <a:latin typeface="Calibri" panose="020F0502020204030204" pitchFamily="34" charset="0"/>
                <a:cs typeface="Calibri" panose="020F0502020204030204" pitchFamily="34" charset="0"/>
              </a:rPr>
              <a:t>Svelte</a:t>
            </a:r>
            <a:r>
              <a:rPr lang="es-MX" altLang="en-US" dirty="0">
                <a:latin typeface="Calibri" panose="020F0502020204030204" pitchFamily="34" charset="0"/>
                <a:cs typeface="Calibri" panose="020F0502020204030204" pitchFamily="34" charset="0"/>
              </a:rPr>
              <a:t> . Si vienes de </a:t>
            </a:r>
            <a:r>
              <a:rPr lang="es-MX" altLang="en-US" dirty="0" err="1">
                <a:latin typeface="Calibri" panose="020F0502020204030204" pitchFamily="34" charset="0"/>
                <a:cs typeface="Calibri" panose="020F0502020204030204" pitchFamily="34" charset="0"/>
              </a:rPr>
              <a:t>React</a:t>
            </a:r>
            <a:r>
              <a:rPr lang="es-MX" altLang="en-US" dirty="0">
                <a:latin typeface="Calibri" panose="020F0502020204030204" pitchFamily="34" charset="0"/>
                <a:cs typeface="Calibri" panose="020F0502020204030204" pitchFamily="34" charset="0"/>
              </a:rPr>
              <a:t>, </a:t>
            </a:r>
            <a:r>
              <a:rPr lang="es-MX" altLang="en-US" dirty="0" err="1">
                <a:latin typeface="Calibri" panose="020F0502020204030204" pitchFamily="34" charset="0"/>
                <a:cs typeface="Calibri" panose="020F0502020204030204" pitchFamily="34" charset="0"/>
              </a:rPr>
              <a:t>SvelteKit</a:t>
            </a:r>
            <a:r>
              <a:rPr lang="es-MX" altLang="en-US" dirty="0">
                <a:latin typeface="Calibri" panose="020F0502020204030204" pitchFamily="34" charset="0"/>
                <a:cs typeface="Calibri" panose="020F0502020204030204" pitchFamily="34" charset="0"/>
              </a:rPr>
              <a:t> es similar a Next. Si vienes de </a:t>
            </a:r>
            <a:r>
              <a:rPr lang="es-MX" altLang="en-US" dirty="0" err="1">
                <a:latin typeface="Calibri" panose="020F0502020204030204" pitchFamily="34" charset="0"/>
                <a:cs typeface="Calibri" panose="020F0502020204030204" pitchFamily="34" charset="0"/>
              </a:rPr>
              <a:t>Vue</a:t>
            </a:r>
            <a:r>
              <a:rPr lang="es-MX" altLang="en-US" dirty="0">
                <a:latin typeface="Calibri" panose="020F0502020204030204" pitchFamily="34" charset="0"/>
                <a:cs typeface="Calibri" panose="020F0502020204030204" pitchFamily="34" charset="0"/>
              </a:rPr>
              <a:t>, </a:t>
            </a:r>
            <a:r>
              <a:rPr lang="es-MX" altLang="en-US" dirty="0" err="1">
                <a:latin typeface="Calibri" panose="020F0502020204030204" pitchFamily="34" charset="0"/>
                <a:cs typeface="Calibri" panose="020F0502020204030204" pitchFamily="34" charset="0"/>
              </a:rPr>
              <a:t>SvelteKit</a:t>
            </a:r>
            <a:r>
              <a:rPr lang="es-MX" altLang="en-US" dirty="0">
                <a:latin typeface="Calibri" panose="020F0502020204030204" pitchFamily="34" charset="0"/>
                <a:cs typeface="Calibri" panose="020F0502020204030204" pitchFamily="34" charset="0"/>
              </a:rPr>
              <a:t> es similar a </a:t>
            </a:r>
            <a:r>
              <a:rPr lang="es-MX" altLang="en-US" dirty="0" err="1">
                <a:latin typeface="Calibri" panose="020F0502020204030204" pitchFamily="34" charset="0"/>
                <a:cs typeface="Calibri" panose="020F0502020204030204" pitchFamily="34" charset="0"/>
              </a:rPr>
              <a:t>Nuxt</a:t>
            </a:r>
            <a:r>
              <a:rPr lang="es-MX" altLang="en-US" dirty="0">
                <a:latin typeface="Calibri" panose="020F0502020204030204" pitchFamily="34" charset="0"/>
                <a:cs typeface="Calibri" panose="020F0502020204030204" pitchFamily="34" charset="0"/>
              </a:rPr>
              <a:t>.</a:t>
            </a:r>
            <a:endParaRPr lang="es-ES" altLang="en-US" dirty="0">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231316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s-MX" altLang="en-US" b="1" dirty="0">
                <a:latin typeface="Calibri" panose="020F0502020204030204" pitchFamily="34" charset="0"/>
                <a:cs typeface="Calibri" panose="020F0502020204030204" pitchFamily="34" charset="0"/>
              </a:rPr>
              <a:t>Comparación de </a:t>
            </a:r>
            <a:r>
              <a:rPr lang="es-MX" altLang="en-US" b="1" dirty="0" err="1">
                <a:latin typeface="Calibri" panose="020F0502020204030204" pitchFamily="34" charset="0"/>
                <a:cs typeface="Calibri" panose="020F0502020204030204" pitchFamily="34" charset="0"/>
              </a:rPr>
              <a:t>SvelteKit</a:t>
            </a:r>
            <a:r>
              <a:rPr lang="es-MX" altLang="en-US" b="1" dirty="0">
                <a:latin typeface="Calibri" panose="020F0502020204030204" pitchFamily="34" charset="0"/>
                <a:cs typeface="Calibri" panose="020F0502020204030204" pitchFamily="34" charset="0"/>
              </a:rPr>
              <a:t> y </a:t>
            </a:r>
            <a:r>
              <a:rPr lang="es-MX" altLang="en-US" b="1" dirty="0" err="1">
                <a:latin typeface="Calibri" panose="020F0502020204030204" pitchFamily="34" charset="0"/>
                <a:cs typeface="Calibri" panose="020F0502020204030204" pitchFamily="34" charset="0"/>
              </a:rPr>
              <a:t>Svelte</a:t>
            </a:r>
            <a:endParaRPr lang="es-MX" altLang="en-US" b="1" dirty="0">
              <a:latin typeface="Calibri" panose="020F0502020204030204" pitchFamily="34" charset="0"/>
              <a:cs typeface="Calibri" panose="020F0502020204030204" pitchFamily="34" charset="0"/>
            </a:endParaRPr>
          </a:p>
          <a:p>
            <a:pPr marL="0" indent="0">
              <a:buNone/>
            </a:pPr>
            <a:r>
              <a:rPr lang="es-MX" altLang="en-US" dirty="0" err="1">
                <a:latin typeface="Calibri" panose="020F0502020204030204" pitchFamily="34" charset="0"/>
                <a:cs typeface="Calibri" panose="020F0502020204030204" pitchFamily="34" charset="0"/>
              </a:rPr>
              <a:t>Svelte</a:t>
            </a:r>
            <a:r>
              <a:rPr lang="es-MX" altLang="en-US" dirty="0">
                <a:latin typeface="Calibri" panose="020F0502020204030204" pitchFamily="34" charset="0"/>
                <a:cs typeface="Calibri" panose="020F0502020204030204" pitchFamily="34" charset="0"/>
              </a:rPr>
              <a:t> renderiza componentes de interfaz de usuario. Puedes crear estos componentes y renderizar una página completa con solo </a:t>
            </a:r>
            <a:r>
              <a:rPr lang="es-MX" altLang="en-US" dirty="0" err="1">
                <a:latin typeface="Calibri" panose="020F0502020204030204" pitchFamily="34" charset="0"/>
                <a:cs typeface="Calibri" panose="020F0502020204030204" pitchFamily="34" charset="0"/>
              </a:rPr>
              <a:t>Svelte</a:t>
            </a:r>
            <a:r>
              <a:rPr lang="es-MX" altLang="en-US" dirty="0">
                <a:latin typeface="Calibri" panose="020F0502020204030204" pitchFamily="34" charset="0"/>
                <a:cs typeface="Calibri" panose="020F0502020204030204" pitchFamily="34" charset="0"/>
              </a:rPr>
              <a:t>, pero necesitas más que solo </a:t>
            </a:r>
            <a:r>
              <a:rPr lang="es-MX" altLang="en-US" dirty="0" err="1">
                <a:latin typeface="Calibri" panose="020F0502020204030204" pitchFamily="34" charset="0"/>
                <a:cs typeface="Calibri" panose="020F0502020204030204" pitchFamily="34" charset="0"/>
              </a:rPr>
              <a:t>Svelte</a:t>
            </a:r>
            <a:r>
              <a:rPr lang="es-MX" altLang="en-US" dirty="0">
                <a:latin typeface="Calibri" panose="020F0502020204030204" pitchFamily="34" charset="0"/>
                <a:cs typeface="Calibri" panose="020F0502020204030204" pitchFamily="34" charset="0"/>
              </a:rPr>
              <a:t> para escribir una aplicación completa.</a:t>
            </a:r>
          </a:p>
          <a:p>
            <a:pPr marL="0" indent="0">
              <a:buNone/>
            </a:pPr>
            <a:r>
              <a:rPr lang="es-MX" altLang="en-US" dirty="0" err="1">
                <a:latin typeface="Calibri" panose="020F0502020204030204" pitchFamily="34" charset="0"/>
                <a:cs typeface="Calibri" panose="020F0502020204030204" pitchFamily="34" charset="0"/>
              </a:rPr>
              <a:t>SvelteKit</a:t>
            </a:r>
            <a:r>
              <a:rPr lang="es-MX" altLang="en-US" dirty="0">
                <a:latin typeface="Calibri" panose="020F0502020204030204" pitchFamily="34" charset="0"/>
                <a:cs typeface="Calibri" panose="020F0502020204030204" pitchFamily="34" charset="0"/>
              </a:rPr>
              <a:t> te ayuda a crear aplicaciones web siguiendo las mejores prácticas modernas y brindando soluciones a los desafíos de desarrollo más comunes. Ofrece todo, desde funcionalidades básicas (como un enrutador que actualiza tu interfaz de usuario cuando se hace clic en un enlace) hasta capacidades más avanzadas.</a:t>
            </a:r>
            <a:endParaRPr lang="es-ES" altLang="en-US" dirty="0">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4209351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86E728-13E8-4CA3-8E17-7CAFC44642B2}"/>
              </a:ext>
            </a:extLst>
          </p:cNvPr>
          <p:cNvSpPr>
            <a:spLocks noGrp="1"/>
          </p:cNvSpPr>
          <p:nvPr>
            <p:ph type="title"/>
          </p:nvPr>
        </p:nvSpPr>
        <p:spPr/>
        <p:txBody>
          <a:bodyPr/>
          <a:lstStyle/>
          <a:p>
            <a:r>
              <a:rPr lang="es-MX" b="1" dirty="0">
                <a:latin typeface="Calibri" panose="020F0502020204030204" pitchFamily="34" charset="0"/>
                <a:cs typeface="Calibri" panose="020F0502020204030204" pitchFamily="34" charset="0"/>
              </a:rPr>
              <a:t>SVELTE JS</a:t>
            </a:r>
            <a:endParaRPr lang="es-CO" dirty="0"/>
          </a:p>
        </p:txBody>
      </p:sp>
      <p:sp>
        <p:nvSpPr>
          <p:cNvPr id="3" name="Marcador de contenido 2">
            <a:extLst>
              <a:ext uri="{FF2B5EF4-FFF2-40B4-BE49-F238E27FC236}">
                <a16:creationId xmlns:a16="http://schemas.microsoft.com/office/drawing/2014/main" id="{196EF90A-80B9-4D46-AA05-AFF510BCEEEA}"/>
              </a:ext>
            </a:extLst>
          </p:cNvPr>
          <p:cNvSpPr>
            <a:spLocks noGrp="1"/>
          </p:cNvSpPr>
          <p:nvPr>
            <p:ph idx="1"/>
          </p:nvPr>
        </p:nvSpPr>
        <p:spPr/>
        <p:txBody>
          <a:bodyPr/>
          <a:lstStyle/>
          <a:p>
            <a:r>
              <a:rPr lang="es-CO" dirty="0">
                <a:hlinkClick r:id="rId2"/>
              </a:rPr>
              <a:t>https://www.youtube.com/watch?v=m4DQCDWPu-s</a:t>
            </a:r>
            <a:endParaRPr lang="es-CO" dirty="0"/>
          </a:p>
          <a:p>
            <a:endParaRPr lang="es-CO" dirty="0"/>
          </a:p>
        </p:txBody>
      </p:sp>
    </p:spTree>
    <p:extLst>
      <p:ext uri="{BB962C8B-B14F-4D97-AF65-F5344CB8AC3E}">
        <p14:creationId xmlns:p14="http://schemas.microsoft.com/office/powerpoint/2010/main" val="2556507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F0103BA2-11F5-4763-A00B-6115543B2966}"/>
              </a:ext>
            </a:extLst>
          </p:cNvPr>
          <p:cNvPicPr>
            <a:picLocks noGrp="1" noChangeAspect="1"/>
          </p:cNvPicPr>
          <p:nvPr>
            <p:ph idx="1"/>
          </p:nvPr>
        </p:nvPicPr>
        <p:blipFill rotWithShape="1">
          <a:blip r:embed="rId2"/>
          <a:srcRect t="6454" b="6088"/>
          <a:stretch/>
        </p:blipFill>
        <p:spPr>
          <a:xfrm>
            <a:off x="667480" y="1674055"/>
            <a:ext cx="9298116" cy="4572000"/>
          </a:xfrm>
        </p:spPr>
      </p:pic>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hlinkClick r:id="rId3"/>
              </a:rPr>
              <a:t>https://nodejs.org/en/</a:t>
            </a:r>
            <a:r>
              <a:rPr lang="es-MX" b="1"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342946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s-MX" altLang="en-US" dirty="0">
                <a:latin typeface="Calibri" panose="020F0502020204030204" pitchFamily="34" charset="0"/>
                <a:cs typeface="Calibri" panose="020F0502020204030204" pitchFamily="34" charset="0"/>
              </a:rPr>
              <a:t>Se descarga </a:t>
            </a:r>
            <a:r>
              <a:rPr lang="es-MX" altLang="en-US" dirty="0" err="1">
                <a:latin typeface="Calibri" panose="020F0502020204030204" pitchFamily="34" charset="0"/>
                <a:cs typeface="Calibri" panose="020F0502020204030204" pitchFamily="34" charset="0"/>
              </a:rPr>
              <a:t>NodeJs</a:t>
            </a:r>
            <a:r>
              <a:rPr lang="es-MX" altLang="en-US" dirty="0">
                <a:latin typeface="Calibri" panose="020F0502020204030204" pitchFamily="34" charset="0"/>
                <a:cs typeface="Calibri" panose="020F0502020204030204" pitchFamily="34" charset="0"/>
              </a:rPr>
              <a:t> y se instala </a:t>
            </a:r>
            <a:endParaRPr lang="es-ES" altLang="en-US" dirty="0">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 JS</a:t>
            </a:r>
          </a:p>
        </p:txBody>
      </p:sp>
      <p:pic>
        <p:nvPicPr>
          <p:cNvPr id="5" name="Imagen 4">
            <a:extLst>
              <a:ext uri="{FF2B5EF4-FFF2-40B4-BE49-F238E27FC236}">
                <a16:creationId xmlns:a16="http://schemas.microsoft.com/office/drawing/2014/main" id="{12C01F82-4708-4551-814C-FD01EC5FACAB}"/>
              </a:ext>
            </a:extLst>
          </p:cNvPr>
          <p:cNvPicPr>
            <a:picLocks noChangeAspect="1"/>
          </p:cNvPicPr>
          <p:nvPr/>
        </p:nvPicPr>
        <p:blipFill>
          <a:blip r:embed="rId2"/>
          <a:stretch>
            <a:fillRect/>
          </a:stretch>
        </p:blipFill>
        <p:spPr>
          <a:xfrm>
            <a:off x="1612833" y="1797507"/>
            <a:ext cx="7137272" cy="4766586"/>
          </a:xfrm>
          <a:prstGeom prst="rect">
            <a:avLst/>
          </a:prstGeom>
        </p:spPr>
      </p:pic>
    </p:spTree>
    <p:extLst>
      <p:ext uri="{BB962C8B-B14F-4D97-AF65-F5344CB8AC3E}">
        <p14:creationId xmlns:p14="http://schemas.microsoft.com/office/powerpoint/2010/main" val="2722634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s-MX" altLang="en-US" dirty="0">
                <a:latin typeface="Calibri" panose="020F0502020204030204" pitchFamily="34" charset="0"/>
                <a:cs typeface="Calibri" panose="020F0502020204030204" pitchFamily="34" charset="0"/>
              </a:rPr>
              <a:t>Se crea una carpeta y se vincula a </a:t>
            </a:r>
            <a:r>
              <a:rPr lang="es-MX" altLang="en-US" dirty="0" err="1">
                <a:latin typeface="Calibri" panose="020F0502020204030204" pitchFamily="34" charset="0"/>
                <a:cs typeface="Calibri" panose="020F0502020204030204" pitchFamily="34" charset="0"/>
              </a:rPr>
              <a:t>VisualStudioCode</a:t>
            </a:r>
            <a:endParaRPr lang="es-MX" altLang="en-US" dirty="0">
              <a:latin typeface="Calibri" panose="020F0502020204030204" pitchFamily="34" charset="0"/>
              <a:cs typeface="Calibri" panose="020F0502020204030204" pitchFamily="34" charset="0"/>
            </a:endParaRPr>
          </a:p>
          <a:p>
            <a:pPr marL="0" indent="0">
              <a:buNone/>
            </a:pPr>
            <a:r>
              <a:rPr lang="es-MX" altLang="en-US" dirty="0">
                <a:latin typeface="Calibri" panose="020F0502020204030204" pitchFamily="34" charset="0"/>
                <a:cs typeface="Calibri" panose="020F0502020204030204" pitchFamily="34" charset="0"/>
              </a:rPr>
              <a:t>Se aplica el siguiente comando</a:t>
            </a:r>
          </a:p>
          <a:p>
            <a:pPr marL="0" indent="0">
              <a:buNone/>
            </a:pPr>
            <a:endParaRPr lang="es-MX" altLang="en-US" dirty="0">
              <a:latin typeface="Calibri" panose="020F0502020204030204" pitchFamily="34" charset="0"/>
              <a:cs typeface="Calibri" panose="020F0502020204030204" pitchFamily="34" charset="0"/>
            </a:endParaRPr>
          </a:p>
          <a:p>
            <a:pPr marL="0" indent="0">
              <a:buNone/>
            </a:pPr>
            <a:endParaRPr lang="es-MX" altLang="en-US" dirty="0">
              <a:latin typeface="Calibri" panose="020F0502020204030204" pitchFamily="34" charset="0"/>
              <a:cs typeface="Calibri" panose="020F0502020204030204" pitchFamily="34" charset="0"/>
            </a:endParaRPr>
          </a:p>
          <a:p>
            <a:pPr marL="0" indent="0" algn="ctr">
              <a:buNone/>
            </a:pPr>
            <a:r>
              <a:rPr lang="es-MX" altLang="en-US" dirty="0" err="1">
                <a:latin typeface="Calibri" panose="020F0502020204030204" pitchFamily="34" charset="0"/>
                <a:cs typeface="Calibri" panose="020F0502020204030204" pitchFamily="34" charset="0"/>
              </a:rPr>
              <a:t>npx</a:t>
            </a:r>
            <a:r>
              <a:rPr lang="es-MX" altLang="en-US" dirty="0">
                <a:latin typeface="Calibri" panose="020F0502020204030204" pitchFamily="34" charset="0"/>
                <a:cs typeface="Calibri" panose="020F0502020204030204" pitchFamily="34" charset="0"/>
              </a:rPr>
              <a:t> </a:t>
            </a:r>
            <a:r>
              <a:rPr lang="es-MX" altLang="en-US" dirty="0" err="1">
                <a:latin typeface="Calibri" panose="020F0502020204030204" pitchFamily="34" charset="0"/>
                <a:cs typeface="Calibri" panose="020F0502020204030204" pitchFamily="34" charset="0"/>
              </a:rPr>
              <a:t>sv</a:t>
            </a:r>
            <a:r>
              <a:rPr lang="es-MX" altLang="en-US" dirty="0">
                <a:latin typeface="Calibri" panose="020F0502020204030204" pitchFamily="34" charset="0"/>
                <a:cs typeface="Calibri" panose="020F0502020204030204" pitchFamily="34" charset="0"/>
              </a:rPr>
              <a:t> </a:t>
            </a:r>
            <a:r>
              <a:rPr lang="es-MX" altLang="en-US" dirty="0" err="1">
                <a:latin typeface="Calibri" panose="020F0502020204030204" pitchFamily="34" charset="0"/>
                <a:cs typeface="Calibri" panose="020F0502020204030204" pitchFamily="34" charset="0"/>
              </a:rPr>
              <a:t>create</a:t>
            </a:r>
            <a:r>
              <a:rPr lang="es-MX" altLang="en-US" dirty="0">
                <a:latin typeface="Calibri" panose="020F0502020204030204" pitchFamily="34" charset="0"/>
                <a:cs typeface="Calibri" panose="020F0502020204030204" pitchFamily="34" charset="0"/>
              </a:rPr>
              <a:t> </a:t>
            </a:r>
            <a:r>
              <a:rPr lang="es-MX" altLang="en-US" dirty="0" err="1">
                <a:latin typeface="Calibri" panose="020F0502020204030204" pitchFamily="34" charset="0"/>
                <a:cs typeface="Calibri" panose="020F0502020204030204" pitchFamily="34" charset="0"/>
              </a:rPr>
              <a:t>my</a:t>
            </a:r>
            <a:r>
              <a:rPr lang="es-MX" altLang="en-US" dirty="0">
                <a:latin typeface="Calibri" panose="020F0502020204030204" pitchFamily="34" charset="0"/>
                <a:cs typeface="Calibri" panose="020F0502020204030204" pitchFamily="34" charset="0"/>
              </a:rPr>
              <a:t>-app</a:t>
            </a:r>
          </a:p>
          <a:p>
            <a:pPr marL="0" indent="0">
              <a:buNone/>
            </a:pPr>
            <a:endParaRPr lang="es-ES" altLang="en-US" dirty="0">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4054253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pic>
        <p:nvPicPr>
          <p:cNvPr id="7" name="Marcador de contenido 6">
            <a:extLst>
              <a:ext uri="{FF2B5EF4-FFF2-40B4-BE49-F238E27FC236}">
                <a16:creationId xmlns:a16="http://schemas.microsoft.com/office/drawing/2014/main" id="{3D4C7DC6-4F0B-41C7-AA00-91B2968F4257}"/>
              </a:ext>
            </a:extLst>
          </p:cNvPr>
          <p:cNvPicPr>
            <a:picLocks noGrp="1" noChangeAspect="1"/>
          </p:cNvPicPr>
          <p:nvPr>
            <p:ph idx="1"/>
          </p:nvPr>
        </p:nvPicPr>
        <p:blipFill>
          <a:blip r:embed="rId2"/>
          <a:stretch>
            <a:fillRect/>
          </a:stretch>
        </p:blipFill>
        <p:spPr>
          <a:xfrm>
            <a:off x="780836" y="1068512"/>
            <a:ext cx="8873457" cy="5108451"/>
          </a:xfrm>
        </p:spPr>
      </p:pic>
    </p:spTree>
    <p:extLst>
      <p:ext uri="{BB962C8B-B14F-4D97-AF65-F5344CB8AC3E}">
        <p14:creationId xmlns:p14="http://schemas.microsoft.com/office/powerpoint/2010/main" val="1890844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pic>
        <p:nvPicPr>
          <p:cNvPr id="9" name="Marcador de contenido 8">
            <a:extLst>
              <a:ext uri="{FF2B5EF4-FFF2-40B4-BE49-F238E27FC236}">
                <a16:creationId xmlns:a16="http://schemas.microsoft.com/office/drawing/2014/main" id="{56C7CAFD-A8E0-4626-B36F-BC2745C37509}"/>
              </a:ext>
            </a:extLst>
          </p:cNvPr>
          <p:cNvPicPr>
            <a:picLocks noGrp="1" noChangeAspect="1"/>
          </p:cNvPicPr>
          <p:nvPr>
            <p:ph idx="1"/>
          </p:nvPr>
        </p:nvPicPr>
        <p:blipFill>
          <a:blip r:embed="rId2"/>
          <a:stretch>
            <a:fillRect/>
          </a:stretch>
        </p:blipFill>
        <p:spPr>
          <a:xfrm>
            <a:off x="688369" y="1082889"/>
            <a:ext cx="8965924" cy="5108451"/>
          </a:xfrm>
        </p:spPr>
      </p:pic>
    </p:spTree>
    <p:extLst>
      <p:ext uri="{BB962C8B-B14F-4D97-AF65-F5344CB8AC3E}">
        <p14:creationId xmlns:p14="http://schemas.microsoft.com/office/powerpoint/2010/main" val="1517614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pic>
        <p:nvPicPr>
          <p:cNvPr id="9" name="Marcador de contenido 8">
            <a:extLst>
              <a:ext uri="{FF2B5EF4-FFF2-40B4-BE49-F238E27FC236}">
                <a16:creationId xmlns:a16="http://schemas.microsoft.com/office/drawing/2014/main" id="{7BE2A48D-F893-45B5-9492-35308BE20944}"/>
              </a:ext>
            </a:extLst>
          </p:cNvPr>
          <p:cNvPicPr>
            <a:picLocks noGrp="1" noChangeAspect="1"/>
          </p:cNvPicPr>
          <p:nvPr>
            <p:ph idx="1"/>
          </p:nvPr>
        </p:nvPicPr>
        <p:blipFill>
          <a:blip r:embed="rId2"/>
          <a:stretch>
            <a:fillRect/>
          </a:stretch>
        </p:blipFill>
        <p:spPr>
          <a:xfrm>
            <a:off x="493160" y="1017142"/>
            <a:ext cx="9161133" cy="5159821"/>
          </a:xfrm>
        </p:spPr>
      </p:pic>
    </p:spTree>
    <p:extLst>
      <p:ext uri="{BB962C8B-B14F-4D97-AF65-F5344CB8AC3E}">
        <p14:creationId xmlns:p14="http://schemas.microsoft.com/office/powerpoint/2010/main" val="2145458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pic>
        <p:nvPicPr>
          <p:cNvPr id="9" name="Marcador de contenido 8">
            <a:extLst>
              <a:ext uri="{FF2B5EF4-FFF2-40B4-BE49-F238E27FC236}">
                <a16:creationId xmlns:a16="http://schemas.microsoft.com/office/drawing/2014/main" id="{FAE2A90B-4473-499D-99D2-696B702D38E4}"/>
              </a:ext>
            </a:extLst>
          </p:cNvPr>
          <p:cNvPicPr>
            <a:picLocks noGrp="1" noChangeAspect="1"/>
          </p:cNvPicPr>
          <p:nvPr>
            <p:ph idx="1"/>
          </p:nvPr>
        </p:nvPicPr>
        <p:blipFill>
          <a:blip r:embed="rId2"/>
          <a:stretch>
            <a:fillRect/>
          </a:stretch>
        </p:blipFill>
        <p:spPr>
          <a:xfrm>
            <a:off x="482885" y="1109609"/>
            <a:ext cx="9171408" cy="5067354"/>
          </a:xfrm>
        </p:spPr>
      </p:pic>
    </p:spTree>
    <p:extLst>
      <p:ext uri="{BB962C8B-B14F-4D97-AF65-F5344CB8AC3E}">
        <p14:creationId xmlns:p14="http://schemas.microsoft.com/office/powerpoint/2010/main" val="2964524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 JS</a:t>
            </a:r>
          </a:p>
        </p:txBody>
      </p:sp>
      <p:pic>
        <p:nvPicPr>
          <p:cNvPr id="9" name="Marcador de contenido 8">
            <a:extLst>
              <a:ext uri="{FF2B5EF4-FFF2-40B4-BE49-F238E27FC236}">
                <a16:creationId xmlns:a16="http://schemas.microsoft.com/office/drawing/2014/main" id="{39FDE274-C636-4999-A700-EA1191DBA349}"/>
              </a:ext>
            </a:extLst>
          </p:cNvPr>
          <p:cNvPicPr>
            <a:picLocks noGrp="1" noChangeAspect="1"/>
          </p:cNvPicPr>
          <p:nvPr>
            <p:ph idx="1"/>
          </p:nvPr>
        </p:nvPicPr>
        <p:blipFill>
          <a:blip r:embed="rId2"/>
          <a:stretch>
            <a:fillRect/>
          </a:stretch>
        </p:blipFill>
        <p:spPr>
          <a:xfrm>
            <a:off x="462337" y="1068512"/>
            <a:ext cx="9191956" cy="5108451"/>
          </a:xfrm>
        </p:spPr>
      </p:pic>
    </p:spTree>
    <p:extLst>
      <p:ext uri="{BB962C8B-B14F-4D97-AF65-F5344CB8AC3E}">
        <p14:creationId xmlns:p14="http://schemas.microsoft.com/office/powerpoint/2010/main" val="3204978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sp>
        <p:nvSpPr>
          <p:cNvPr id="7" name="Marcador de contenido 6">
            <a:extLst>
              <a:ext uri="{FF2B5EF4-FFF2-40B4-BE49-F238E27FC236}">
                <a16:creationId xmlns:a16="http://schemas.microsoft.com/office/drawing/2014/main" id="{F559F810-B907-4168-831D-78049C19ED64}"/>
              </a:ext>
            </a:extLst>
          </p:cNvPr>
          <p:cNvSpPr>
            <a:spLocks noGrp="1"/>
          </p:cNvSpPr>
          <p:nvPr>
            <p:ph idx="1"/>
          </p:nvPr>
        </p:nvSpPr>
        <p:spPr>
          <a:xfrm>
            <a:off x="410966" y="1222625"/>
            <a:ext cx="10323709" cy="4954338"/>
          </a:xfrm>
        </p:spPr>
        <p:txBody>
          <a:bodyPr>
            <a:normAutofit/>
          </a:bodyPr>
          <a:lstStyle/>
          <a:p>
            <a:r>
              <a:rPr lang="es-CO" sz="2400" dirty="0"/>
              <a:t>Project </a:t>
            </a:r>
            <a:r>
              <a:rPr lang="es-CO" sz="2400" dirty="0" err="1"/>
              <a:t>next</a:t>
            </a:r>
            <a:r>
              <a:rPr lang="es-CO" sz="2400" dirty="0"/>
              <a:t> </a:t>
            </a:r>
            <a:r>
              <a:rPr lang="es-CO" sz="2400" dirty="0" err="1"/>
              <a:t>steps</a:t>
            </a:r>
            <a:r>
              <a:rPr lang="es-CO" sz="2400" dirty="0"/>
              <a:t> ──────────────────────────────</a:t>
            </a:r>
          </a:p>
          <a:p>
            <a:pPr marL="0" indent="0">
              <a:buNone/>
            </a:pPr>
            <a:r>
              <a:rPr lang="es-CO" sz="2400" dirty="0"/>
              <a:t>                                                                          </a:t>
            </a:r>
          </a:p>
          <a:p>
            <a:pPr marL="0" indent="0">
              <a:buNone/>
            </a:pPr>
            <a:r>
              <a:rPr lang="es-CO" sz="2400" dirty="0"/>
              <a:t>1: cd </a:t>
            </a:r>
            <a:r>
              <a:rPr lang="es-CO" sz="2400" dirty="0" err="1"/>
              <a:t>my</a:t>
            </a:r>
            <a:r>
              <a:rPr lang="es-CO" sz="2400" dirty="0"/>
              <a:t>-app                                                            </a:t>
            </a:r>
          </a:p>
          <a:p>
            <a:pPr marL="0" indent="0">
              <a:buNone/>
            </a:pPr>
            <a:r>
              <a:rPr lang="es-CO" sz="2400" dirty="0"/>
              <a:t>2: </a:t>
            </a:r>
            <a:r>
              <a:rPr lang="es-CO" sz="2400" dirty="0" err="1"/>
              <a:t>git</a:t>
            </a:r>
            <a:r>
              <a:rPr lang="es-CO" sz="2400" dirty="0"/>
              <a:t> </a:t>
            </a:r>
            <a:r>
              <a:rPr lang="es-CO" sz="2400" dirty="0" err="1"/>
              <a:t>init</a:t>
            </a:r>
            <a:r>
              <a:rPr lang="es-CO" sz="2400" dirty="0"/>
              <a:t> &amp;&amp; </a:t>
            </a:r>
            <a:r>
              <a:rPr lang="es-CO" sz="2400" dirty="0" err="1"/>
              <a:t>git</a:t>
            </a:r>
            <a:r>
              <a:rPr lang="es-CO" sz="2400" dirty="0"/>
              <a:t> </a:t>
            </a:r>
            <a:r>
              <a:rPr lang="es-CO" sz="2400" dirty="0" err="1"/>
              <a:t>add</a:t>
            </a:r>
            <a:r>
              <a:rPr lang="es-CO" sz="2400" dirty="0"/>
              <a:t> -A &amp;&amp; </a:t>
            </a:r>
            <a:r>
              <a:rPr lang="es-CO" sz="2400" dirty="0" err="1"/>
              <a:t>git</a:t>
            </a:r>
            <a:r>
              <a:rPr lang="es-CO" sz="2400" dirty="0"/>
              <a:t> </a:t>
            </a:r>
            <a:r>
              <a:rPr lang="es-CO" sz="2400" dirty="0" err="1"/>
              <a:t>commit</a:t>
            </a:r>
            <a:r>
              <a:rPr lang="es-CO" sz="2400" dirty="0"/>
              <a:t> -m "</a:t>
            </a:r>
            <a:r>
              <a:rPr lang="es-CO" sz="2400" dirty="0" err="1"/>
              <a:t>Initial</a:t>
            </a:r>
            <a:r>
              <a:rPr lang="es-CO" sz="2400" dirty="0"/>
              <a:t> </a:t>
            </a:r>
            <a:r>
              <a:rPr lang="es-CO" sz="2400" dirty="0" err="1"/>
              <a:t>commit</a:t>
            </a:r>
            <a:r>
              <a:rPr lang="es-CO" sz="2400" dirty="0"/>
              <a:t>" (</a:t>
            </a:r>
            <a:r>
              <a:rPr lang="es-CO" sz="2400" dirty="0" err="1"/>
              <a:t>optional</a:t>
            </a:r>
            <a:r>
              <a:rPr lang="es-CO" sz="2400" dirty="0"/>
              <a:t>)  </a:t>
            </a:r>
          </a:p>
          <a:p>
            <a:pPr marL="0" indent="0">
              <a:buNone/>
            </a:pPr>
            <a:r>
              <a:rPr lang="es-CO" sz="2400" dirty="0"/>
              <a:t>3: </a:t>
            </a:r>
            <a:r>
              <a:rPr lang="es-CO" sz="2400" dirty="0" err="1"/>
              <a:t>npm</a:t>
            </a:r>
            <a:r>
              <a:rPr lang="es-CO" sz="2400" dirty="0"/>
              <a:t> run </a:t>
            </a:r>
            <a:r>
              <a:rPr lang="es-CO" sz="2400" dirty="0" err="1"/>
              <a:t>dev</a:t>
            </a:r>
            <a:r>
              <a:rPr lang="es-CO" sz="2400" dirty="0"/>
              <a:t> -- --open                                                </a:t>
            </a:r>
          </a:p>
          <a:p>
            <a:pPr marL="0" indent="0">
              <a:buNone/>
            </a:pPr>
            <a:r>
              <a:rPr lang="es-CO" sz="2400" dirty="0"/>
              <a:t>                                                                        </a:t>
            </a:r>
          </a:p>
          <a:p>
            <a:pPr marL="0" indent="0">
              <a:buNone/>
            </a:pPr>
            <a:r>
              <a:rPr lang="es-CO" sz="2400" dirty="0" err="1"/>
              <a:t>To</a:t>
            </a:r>
            <a:r>
              <a:rPr lang="es-CO" sz="2400" dirty="0"/>
              <a:t> </a:t>
            </a:r>
            <a:r>
              <a:rPr lang="es-CO" sz="2400" dirty="0" err="1"/>
              <a:t>close</a:t>
            </a:r>
            <a:r>
              <a:rPr lang="es-CO" sz="2400" dirty="0"/>
              <a:t> </a:t>
            </a:r>
            <a:r>
              <a:rPr lang="es-CO" sz="2400" dirty="0" err="1"/>
              <a:t>the</a:t>
            </a:r>
            <a:r>
              <a:rPr lang="es-CO" sz="2400" dirty="0"/>
              <a:t> </a:t>
            </a:r>
            <a:r>
              <a:rPr lang="es-CO" sz="2400" dirty="0" err="1"/>
              <a:t>dev</a:t>
            </a:r>
            <a:r>
              <a:rPr lang="es-CO" sz="2400" dirty="0"/>
              <a:t> server, hit </a:t>
            </a:r>
            <a:r>
              <a:rPr lang="es-CO" sz="2400" dirty="0" err="1"/>
              <a:t>Ctrl</a:t>
            </a:r>
            <a:r>
              <a:rPr lang="es-CO" sz="2400" dirty="0"/>
              <a:t>-C                                     </a:t>
            </a:r>
          </a:p>
          <a:p>
            <a:pPr marL="0" indent="0">
              <a:buNone/>
            </a:pPr>
            <a:r>
              <a:rPr lang="es-CO" sz="2400" dirty="0"/>
              <a:t>                                                                         </a:t>
            </a:r>
          </a:p>
          <a:p>
            <a:pPr marL="0" indent="0">
              <a:buNone/>
            </a:pPr>
            <a:r>
              <a:rPr lang="es-CO" sz="2400" dirty="0" err="1"/>
              <a:t>Stuck</a:t>
            </a:r>
            <a:r>
              <a:rPr lang="es-CO" sz="2400" dirty="0"/>
              <a:t>? </a:t>
            </a:r>
            <a:r>
              <a:rPr lang="es-CO" sz="2400" dirty="0" err="1"/>
              <a:t>Visit</a:t>
            </a:r>
            <a:r>
              <a:rPr lang="es-CO" sz="2400" dirty="0"/>
              <a:t> </a:t>
            </a:r>
            <a:r>
              <a:rPr lang="es-CO" sz="2400" dirty="0" err="1"/>
              <a:t>us</a:t>
            </a:r>
            <a:r>
              <a:rPr lang="es-CO" sz="2400" dirty="0"/>
              <a:t> at https://svelte.dev/chat                              </a:t>
            </a:r>
          </a:p>
          <a:p>
            <a:pPr marL="0" indent="0">
              <a:buNone/>
            </a:pPr>
            <a:endParaRPr lang="es-CO" dirty="0"/>
          </a:p>
        </p:txBody>
      </p:sp>
    </p:spTree>
    <p:extLst>
      <p:ext uri="{BB962C8B-B14F-4D97-AF65-F5344CB8AC3E}">
        <p14:creationId xmlns:p14="http://schemas.microsoft.com/office/powerpoint/2010/main" val="419398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93B4A061-13AE-4085-875D-95EEE2FE46DC}"/>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3349798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82547E5E-A13A-489C-9593-04236C7239BB}"/>
              </a:ext>
            </a:extLst>
          </p:cNvPr>
          <p:cNvPicPr>
            <a:picLocks noGrp="1" noChangeAspect="1"/>
          </p:cNvPicPr>
          <p:nvPr>
            <p:ph idx="1"/>
          </p:nvPr>
        </p:nvPicPr>
        <p:blipFill>
          <a:blip r:embed="rId2"/>
          <a:stretch>
            <a:fillRect/>
          </a:stretch>
        </p:blipFill>
        <p:spPr>
          <a:xfrm>
            <a:off x="669749" y="1336675"/>
            <a:ext cx="9293578" cy="5227638"/>
          </a:xfrm>
        </p:spPr>
      </p:pic>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SVELTE JS</a:t>
            </a:r>
          </a:p>
        </p:txBody>
      </p:sp>
    </p:spTree>
    <p:extLst>
      <p:ext uri="{BB962C8B-B14F-4D97-AF65-F5344CB8AC3E}">
        <p14:creationId xmlns:p14="http://schemas.microsoft.com/office/powerpoint/2010/main" val="2300001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43F04E-A9A0-48A0-A112-EB4BC89DA66B}"/>
              </a:ext>
            </a:extLst>
          </p:cNvPr>
          <p:cNvSpPr>
            <a:spLocks noGrp="1"/>
          </p:cNvSpPr>
          <p:nvPr>
            <p:ph type="title"/>
          </p:nvPr>
        </p:nvSpPr>
        <p:spPr/>
        <p:txBody>
          <a:bodyPr/>
          <a:lstStyle/>
          <a:p>
            <a:r>
              <a:rPr lang="es-MX" b="1">
                <a:latin typeface="Calibri" panose="020F0502020204030204" pitchFamily="34" charset="0"/>
                <a:cs typeface="Calibri" panose="020F0502020204030204" pitchFamily="34" charset="0"/>
              </a:rPr>
              <a:t>SVELTE JS</a:t>
            </a:r>
            <a:endParaRPr lang="es-CO" dirty="0"/>
          </a:p>
        </p:txBody>
      </p:sp>
      <p:pic>
        <p:nvPicPr>
          <p:cNvPr id="5" name="Marcador de contenido 4">
            <a:extLst>
              <a:ext uri="{FF2B5EF4-FFF2-40B4-BE49-F238E27FC236}">
                <a16:creationId xmlns:a16="http://schemas.microsoft.com/office/drawing/2014/main" id="{1A848CA3-62E9-4394-8495-2F9C1355DB16}"/>
              </a:ext>
            </a:extLst>
          </p:cNvPr>
          <p:cNvPicPr>
            <a:picLocks noGrp="1" noChangeAspect="1"/>
          </p:cNvPicPr>
          <p:nvPr>
            <p:ph idx="1"/>
          </p:nvPr>
        </p:nvPicPr>
        <p:blipFill>
          <a:blip r:embed="rId2"/>
          <a:stretch>
            <a:fillRect/>
          </a:stretch>
        </p:blipFill>
        <p:spPr>
          <a:xfrm>
            <a:off x="838200" y="1825625"/>
            <a:ext cx="8816093" cy="4351338"/>
          </a:xfrm>
        </p:spPr>
      </p:pic>
    </p:spTree>
    <p:extLst>
      <p:ext uri="{BB962C8B-B14F-4D97-AF65-F5344CB8AC3E}">
        <p14:creationId xmlns:p14="http://schemas.microsoft.com/office/powerpoint/2010/main" val="2120626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5528" y="1337000"/>
            <a:ext cx="10001489" cy="5227093"/>
          </a:xfrm>
        </p:spPr>
        <p:txBody>
          <a:bodyPr>
            <a:normAutofit/>
          </a:bodyPr>
          <a:lstStyle/>
          <a:p>
            <a:pPr marL="0" indent="0">
              <a:buNone/>
            </a:pPr>
            <a:r>
              <a:rPr lang="en-US" b="1" dirty="0">
                <a:hlinkClick r:id="rId2"/>
              </a:rPr>
              <a:t>https://svelte.dev/</a:t>
            </a:r>
            <a:r>
              <a:rPr lang="en-US" b="1" dirty="0"/>
              <a:t> </a:t>
            </a:r>
            <a:endParaRPr lang="es-ES" altLang="en-US" dirty="0">
              <a:latin typeface="Calibri" panose="020F0502020204030204" pitchFamily="34" charset="0"/>
              <a:cs typeface="Calibri" panose="020F0502020204030204" pitchFamily="34" charset="0"/>
            </a:endParaRPr>
          </a:p>
        </p:txBody>
      </p:sp>
      <p:sp>
        <p:nvSpPr>
          <p:cNvPr id="2" name="Título 1"/>
          <p:cNvSpPr>
            <a:spLocks noGrp="1"/>
          </p:cNvSpPr>
          <p:nvPr>
            <p:ph type="title"/>
          </p:nvPr>
        </p:nvSpPr>
        <p:spPr>
          <a:xfrm>
            <a:off x="315528" y="11437"/>
            <a:ext cx="10515600" cy="1325563"/>
          </a:xfrm>
        </p:spPr>
        <p:txBody>
          <a:bodyPr/>
          <a:lstStyle/>
          <a:p>
            <a:r>
              <a:rPr lang="es-MX" b="1" dirty="0">
                <a:latin typeface="Calibri" panose="020F0502020204030204" pitchFamily="34" charset="0"/>
                <a:cs typeface="Calibri" panose="020F0502020204030204" pitchFamily="34" charset="0"/>
              </a:rPr>
              <a:t>BIBLIOGRAFIA</a:t>
            </a:r>
          </a:p>
        </p:txBody>
      </p:sp>
    </p:spTree>
    <p:extLst>
      <p:ext uri="{BB962C8B-B14F-4D97-AF65-F5344CB8AC3E}">
        <p14:creationId xmlns:p14="http://schemas.microsoft.com/office/powerpoint/2010/main" val="3226451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8DA7-22FF-4181-9AA3-10C961193230}"/>
              </a:ext>
            </a:extLst>
          </p:cNvPr>
          <p:cNvSpPr>
            <a:spLocks noGrp="1"/>
          </p:cNvSpPr>
          <p:nvPr>
            <p:ph type="ctrTitle"/>
          </p:nvPr>
        </p:nvSpPr>
        <p:spPr>
          <a:xfrm>
            <a:off x="7157342" y="1594974"/>
            <a:ext cx="4219575" cy="2387600"/>
          </a:xfrm>
        </p:spPr>
        <p:txBody>
          <a:bodyPr/>
          <a:lstStyle/>
          <a:p>
            <a:r>
              <a:rPr lang="es-CO" dirty="0"/>
              <a:t>Gracias.</a:t>
            </a:r>
          </a:p>
        </p:txBody>
      </p:sp>
    </p:spTree>
    <p:extLst>
      <p:ext uri="{BB962C8B-B14F-4D97-AF65-F5344CB8AC3E}">
        <p14:creationId xmlns:p14="http://schemas.microsoft.com/office/powerpoint/2010/main" val="760113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8C5FF510A501847AD743A2A996A2A17" ma:contentTypeVersion="7" ma:contentTypeDescription="Create a new document." ma:contentTypeScope="" ma:versionID="45c34a8da548d21c86d43a5663534355">
  <xsd:schema xmlns:xsd="http://www.w3.org/2001/XMLSchema" xmlns:xs="http://www.w3.org/2001/XMLSchema" xmlns:p="http://schemas.microsoft.com/office/2006/metadata/properties" xmlns:ns2="56462b3f-5565-4592-9461-f454a4433949" targetNamespace="http://schemas.microsoft.com/office/2006/metadata/properties" ma:root="true" ma:fieldsID="2f496570d5cea881d30c1fca286780f2" ns2:_="">
    <xsd:import namespace="56462b3f-5565-4592-9461-f454a44339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462b3f-5565-4592-9461-f454a44339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67DD04-B904-4F8E-9306-428B0A5BDC13}">
  <ds:schemaRefs>
    <ds:schemaRef ds:uri="http://schemas.microsoft.com/sharepoint/v3/contenttype/forms"/>
  </ds:schemaRefs>
</ds:datastoreItem>
</file>

<file path=customXml/itemProps2.xml><?xml version="1.0" encoding="utf-8"?>
<ds:datastoreItem xmlns:ds="http://schemas.openxmlformats.org/officeDocument/2006/customXml" ds:itemID="{C70E4EF3-A4C1-4BD6-8422-EDDAB8999FE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DBA3948-16A7-4E72-A3C2-F5A1CE4343BE}"/>
</file>

<file path=docProps/app.xml><?xml version="1.0" encoding="utf-8"?>
<Properties xmlns="http://schemas.openxmlformats.org/officeDocument/2006/extended-properties" xmlns:vt="http://schemas.openxmlformats.org/officeDocument/2006/docPropsVTypes">
  <TotalTime>586</TotalTime>
  <Words>336</Words>
  <Application>Microsoft Office PowerPoint</Application>
  <PresentationFormat>Widescreen</PresentationFormat>
  <Paragraphs>43</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SVELT JS 1 Instalación </vt:lpstr>
      <vt:lpstr>SVELTE JS</vt:lpstr>
      <vt:lpstr>SVELTE JS</vt:lpstr>
      <vt:lpstr>SVELTE JS</vt:lpstr>
      <vt:lpstr>SVELTE JS</vt:lpstr>
      <vt:lpstr>https://nodejs.org/en/ </vt:lpstr>
      <vt:lpstr>SVELT JS</vt:lpstr>
      <vt:lpstr>SVELTE JS</vt:lpstr>
      <vt:lpstr>SVELTE JS</vt:lpstr>
      <vt:lpstr>SVELTE JS</vt:lpstr>
      <vt:lpstr>SVELTE JS</vt:lpstr>
      <vt:lpstr>SVELTE JS</vt:lpstr>
      <vt:lpstr>SVELT JS</vt:lpstr>
      <vt:lpstr>SVELTE JS</vt:lpstr>
      <vt:lpstr>SVELTE JS</vt:lpstr>
      <vt:lpstr>SVELTE JS</vt:lpstr>
      <vt:lpstr>SVELTE JS</vt:lpstr>
      <vt:lpstr>BIBLIOGRAFIA</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Bryan Fernandez Ebrath</dc:creator>
  <cp:lastModifiedBy>DOC. BRYAN JOSSER FERNANDEZ EBRATH</cp:lastModifiedBy>
  <cp:revision>130</cp:revision>
  <dcterms:created xsi:type="dcterms:W3CDTF">2023-07-16T19:56:39Z</dcterms:created>
  <dcterms:modified xsi:type="dcterms:W3CDTF">2025-11-03T19:03:20Z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0x010100B8C5FF510A501847AD743A2A996A2A17</vt:lpwstr>
  </property>
</Properties>
</file>