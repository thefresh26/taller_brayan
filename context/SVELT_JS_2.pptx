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8" r:id="rId6"/>
    <p:sldId id="279" r:id="rId7"/>
    <p:sldId id="266" r:id="rId8"/>
    <p:sldId id="281" r:id="rId9"/>
    <p:sldId id="300" r:id="rId10"/>
    <p:sldId id="302" r:id="rId11"/>
    <p:sldId id="301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25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26" r:id="rId32"/>
    <p:sldId id="327" r:id="rId33"/>
    <p:sldId id="320" r:id="rId34"/>
    <p:sldId id="335" r:id="rId35"/>
    <p:sldId id="280" r:id="rId36"/>
    <p:sldId id="259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18FC2D-ADBF-ED15-AEDC-8EE8155B5D48}" v="2" dt="2025-11-16T09:40:05.776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DAVID REYES ALONSO" userId="S::jesusdreyes@unibarranquilla.edu.co::44b91cb3-7432-49ea-b87d-8b1f85010de7" providerId="AD" clId="Web-{9718FC2D-ADBF-ED15-AEDC-8EE8155B5D48}"/>
    <pc:docChg chg="modSld">
      <pc:chgData name="JESUS DAVID REYES ALONSO" userId="S::jesusdreyes@unibarranquilla.edu.co::44b91cb3-7432-49ea-b87d-8b1f85010de7" providerId="AD" clId="Web-{9718FC2D-ADBF-ED15-AEDC-8EE8155B5D48}" dt="2025-11-16T09:40:05.776" v="1" actId="1076"/>
      <pc:docMkLst>
        <pc:docMk/>
      </pc:docMkLst>
      <pc:sldChg chg="modSp">
        <pc:chgData name="JESUS DAVID REYES ALONSO" userId="S::jesusdreyes@unibarranquilla.edu.co::44b91cb3-7432-49ea-b87d-8b1f85010de7" providerId="AD" clId="Web-{9718FC2D-ADBF-ED15-AEDC-8EE8155B5D48}" dt="2025-11-16T09:40:05.776" v="1" actId="1076"/>
        <pc:sldMkLst>
          <pc:docMk/>
          <pc:sldMk cId="566424023" sldId="302"/>
        </pc:sldMkLst>
        <pc:picChg chg="mod">
          <ac:chgData name="JESUS DAVID REYES ALONSO" userId="S::jesusdreyes@unibarranquilla.edu.co::44b91cb3-7432-49ea-b87d-8b1f85010de7" providerId="AD" clId="Web-{9718FC2D-ADBF-ED15-AEDC-8EE8155B5D48}" dt="2025-11-16T09:40:05.776" v="1" actId="1076"/>
          <ac:picMkLst>
            <pc:docMk/>
            <pc:sldMk cId="566424023" sldId="302"/>
            <ac:picMk id="5" creationId="{3ABCA948-EB12-4D4C-8DD3-ECBEDB3742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01A37-7840-44F3-9073-85C1950B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457" y="6413706"/>
            <a:ext cx="2743200" cy="365125"/>
          </a:xfrm>
        </p:spPr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03F9-19F9-4E1A-8296-F6010489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343993-15DB-4D68-80AE-15F0627D6507}"/>
              </a:ext>
            </a:extLst>
          </p:cNvPr>
          <p:cNvSpPr/>
          <p:nvPr userDrawn="1"/>
        </p:nvSpPr>
        <p:spPr>
          <a:xfrm>
            <a:off x="6294382" y="0"/>
            <a:ext cx="5897618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2714F51-26B3-454F-8625-E90E6BE7C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0803" y="806937"/>
            <a:ext cx="5160872" cy="272891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12" name="Google Shape;111;p22">
            <a:extLst>
              <a:ext uri="{FF2B5EF4-FFF2-40B4-BE49-F238E27FC236}">
                <a16:creationId xmlns:a16="http://schemas.microsoft.com/office/drawing/2014/main" id="{59C401D8-8287-46BA-80A5-09AD1A420995}"/>
              </a:ext>
            </a:extLst>
          </p:cNvPr>
          <p:cNvSpPr/>
          <p:nvPr userDrawn="1"/>
        </p:nvSpPr>
        <p:spPr>
          <a:xfrm>
            <a:off x="3980021" y="5588144"/>
            <a:ext cx="816022" cy="427879"/>
          </a:xfrm>
          <a:custGeom>
            <a:avLst/>
            <a:gdLst/>
            <a:ahLst/>
            <a:cxnLst/>
            <a:rect l="l" t="t" r="r" b="b"/>
            <a:pathLst>
              <a:path w="34008" h="17832" extrusionOk="0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12;p22">
            <a:extLst>
              <a:ext uri="{FF2B5EF4-FFF2-40B4-BE49-F238E27FC236}">
                <a16:creationId xmlns:a16="http://schemas.microsoft.com/office/drawing/2014/main" id="{E99368F7-7B46-4E83-A18E-0E23D00B96E7}"/>
              </a:ext>
            </a:extLst>
          </p:cNvPr>
          <p:cNvSpPr/>
          <p:nvPr userDrawn="1"/>
        </p:nvSpPr>
        <p:spPr>
          <a:xfrm>
            <a:off x="5208161" y="1837834"/>
            <a:ext cx="406499" cy="127245"/>
          </a:xfrm>
          <a:custGeom>
            <a:avLst/>
            <a:gdLst/>
            <a:ahLst/>
            <a:cxnLst/>
            <a:rect l="l" t="t" r="r" b="b"/>
            <a:pathLst>
              <a:path w="16941" h="5303" extrusionOk="0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13;p22">
            <a:extLst>
              <a:ext uri="{FF2B5EF4-FFF2-40B4-BE49-F238E27FC236}">
                <a16:creationId xmlns:a16="http://schemas.microsoft.com/office/drawing/2014/main" id="{4EEC8D6A-67FD-46FC-B91C-6A3777880FBF}"/>
              </a:ext>
            </a:extLst>
          </p:cNvPr>
          <p:cNvSpPr/>
          <p:nvPr userDrawn="1"/>
        </p:nvSpPr>
        <p:spPr>
          <a:xfrm>
            <a:off x="5296798" y="1965416"/>
            <a:ext cx="229224" cy="91349"/>
          </a:xfrm>
          <a:custGeom>
            <a:avLst/>
            <a:gdLst/>
            <a:ahLst/>
            <a:cxnLst/>
            <a:rect l="l" t="t" r="r" b="b"/>
            <a:pathLst>
              <a:path w="9553" h="3807" extrusionOk="0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14;p22">
            <a:extLst>
              <a:ext uri="{FF2B5EF4-FFF2-40B4-BE49-F238E27FC236}">
                <a16:creationId xmlns:a16="http://schemas.microsoft.com/office/drawing/2014/main" id="{E7156838-6082-4FA9-93D6-88DAEF8CE3AE}"/>
              </a:ext>
            </a:extLst>
          </p:cNvPr>
          <p:cNvSpPr/>
          <p:nvPr userDrawn="1"/>
        </p:nvSpPr>
        <p:spPr>
          <a:xfrm>
            <a:off x="5362497" y="2082703"/>
            <a:ext cx="114624" cy="98403"/>
          </a:xfrm>
          <a:custGeom>
            <a:avLst/>
            <a:gdLst/>
            <a:ahLst/>
            <a:cxnLst/>
            <a:rect l="l" t="t" r="r" b="b"/>
            <a:pathLst>
              <a:path w="4777" h="4101" extrusionOk="0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15;p22">
            <a:extLst>
              <a:ext uri="{FF2B5EF4-FFF2-40B4-BE49-F238E27FC236}">
                <a16:creationId xmlns:a16="http://schemas.microsoft.com/office/drawing/2014/main" id="{ABC7AB63-B70E-4920-8648-382DD9A01177}"/>
              </a:ext>
            </a:extLst>
          </p:cNvPr>
          <p:cNvSpPr/>
          <p:nvPr userDrawn="1"/>
        </p:nvSpPr>
        <p:spPr>
          <a:xfrm>
            <a:off x="5116476" y="1704878"/>
            <a:ext cx="589869" cy="163910"/>
          </a:xfrm>
          <a:custGeom>
            <a:avLst/>
            <a:gdLst/>
            <a:ahLst/>
            <a:cxnLst/>
            <a:rect l="l" t="t" r="r" b="b"/>
            <a:pathLst>
              <a:path w="24583" h="6831" extrusionOk="0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6;p22">
            <a:extLst>
              <a:ext uri="{FF2B5EF4-FFF2-40B4-BE49-F238E27FC236}">
                <a16:creationId xmlns:a16="http://schemas.microsoft.com/office/drawing/2014/main" id="{70F981DA-7B6D-4494-9231-86380A6EBF6C}"/>
              </a:ext>
            </a:extLst>
          </p:cNvPr>
          <p:cNvSpPr/>
          <p:nvPr userDrawn="1"/>
        </p:nvSpPr>
        <p:spPr>
          <a:xfrm>
            <a:off x="1511683" y="1524964"/>
            <a:ext cx="3448945" cy="3969997"/>
          </a:xfrm>
          <a:custGeom>
            <a:avLst/>
            <a:gdLst/>
            <a:ahLst/>
            <a:cxnLst/>
            <a:rect l="l" t="t" r="r" b="b"/>
            <a:pathLst>
              <a:path w="143736" h="165451" extrusionOk="0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17;p22">
            <a:extLst>
              <a:ext uri="{FF2B5EF4-FFF2-40B4-BE49-F238E27FC236}">
                <a16:creationId xmlns:a16="http://schemas.microsoft.com/office/drawing/2014/main" id="{138D5881-163E-45A3-94A9-53649A539A40}"/>
              </a:ext>
            </a:extLst>
          </p:cNvPr>
          <p:cNvSpPr/>
          <p:nvPr userDrawn="1"/>
        </p:nvSpPr>
        <p:spPr>
          <a:xfrm>
            <a:off x="1774524" y="3280726"/>
            <a:ext cx="938276" cy="936765"/>
          </a:xfrm>
          <a:custGeom>
            <a:avLst/>
            <a:gdLst/>
            <a:ahLst/>
            <a:cxnLst/>
            <a:rect l="l" t="t" r="r" b="b"/>
            <a:pathLst>
              <a:path w="39103" h="39040" extrusionOk="0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18;p22">
            <a:extLst>
              <a:ext uri="{FF2B5EF4-FFF2-40B4-BE49-F238E27FC236}">
                <a16:creationId xmlns:a16="http://schemas.microsoft.com/office/drawing/2014/main" id="{9B64CD43-DB4E-42C8-AA2E-A208797CF047}"/>
              </a:ext>
            </a:extLst>
          </p:cNvPr>
          <p:cNvSpPr/>
          <p:nvPr userDrawn="1"/>
        </p:nvSpPr>
        <p:spPr>
          <a:xfrm>
            <a:off x="3392771" y="3347984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19;p22">
            <a:extLst>
              <a:ext uri="{FF2B5EF4-FFF2-40B4-BE49-F238E27FC236}">
                <a16:creationId xmlns:a16="http://schemas.microsoft.com/office/drawing/2014/main" id="{1FBA0A23-AEB8-4E6E-AF87-A006EFC2BB85}"/>
              </a:ext>
            </a:extLst>
          </p:cNvPr>
          <p:cNvSpPr/>
          <p:nvPr userDrawn="1"/>
        </p:nvSpPr>
        <p:spPr>
          <a:xfrm>
            <a:off x="2769309" y="3176515"/>
            <a:ext cx="669341" cy="660798"/>
          </a:xfrm>
          <a:custGeom>
            <a:avLst/>
            <a:gdLst/>
            <a:ahLst/>
            <a:cxnLst/>
            <a:rect l="l" t="t" r="r" b="b"/>
            <a:pathLst>
              <a:path w="27895" h="27539" extrusionOk="0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20;p22">
            <a:extLst>
              <a:ext uri="{FF2B5EF4-FFF2-40B4-BE49-F238E27FC236}">
                <a16:creationId xmlns:a16="http://schemas.microsoft.com/office/drawing/2014/main" id="{508D2503-4D8D-49EA-A8B3-62CCAB91E81B}"/>
              </a:ext>
            </a:extLst>
          </p:cNvPr>
          <p:cNvSpPr/>
          <p:nvPr userDrawn="1"/>
        </p:nvSpPr>
        <p:spPr>
          <a:xfrm>
            <a:off x="520104" y="2462140"/>
            <a:ext cx="426367" cy="424831"/>
          </a:xfrm>
          <a:custGeom>
            <a:avLst/>
            <a:gdLst/>
            <a:ahLst/>
            <a:cxnLst/>
            <a:rect l="l" t="t" r="r" b="b"/>
            <a:pathLst>
              <a:path w="17769" h="17705" extrusionOk="0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21;p22">
            <a:extLst>
              <a:ext uri="{FF2B5EF4-FFF2-40B4-BE49-F238E27FC236}">
                <a16:creationId xmlns:a16="http://schemas.microsoft.com/office/drawing/2014/main" id="{BEA46FAB-9826-41F4-9B1D-71A265A00AF0}"/>
              </a:ext>
            </a:extLst>
          </p:cNvPr>
          <p:cNvSpPr/>
          <p:nvPr userDrawn="1"/>
        </p:nvSpPr>
        <p:spPr>
          <a:xfrm>
            <a:off x="969204" y="2421669"/>
            <a:ext cx="301065" cy="297994"/>
          </a:xfrm>
          <a:custGeom>
            <a:avLst/>
            <a:gdLst/>
            <a:ahLst/>
            <a:cxnLst/>
            <a:rect l="l" t="t" r="r" b="b"/>
            <a:pathLst>
              <a:path w="12547" h="12419" extrusionOk="0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22;p22">
            <a:extLst>
              <a:ext uri="{FF2B5EF4-FFF2-40B4-BE49-F238E27FC236}">
                <a16:creationId xmlns:a16="http://schemas.microsoft.com/office/drawing/2014/main" id="{4D416C84-4697-4594-ACCB-E81BF85D2778}"/>
              </a:ext>
            </a:extLst>
          </p:cNvPr>
          <p:cNvSpPr/>
          <p:nvPr userDrawn="1"/>
        </p:nvSpPr>
        <p:spPr>
          <a:xfrm>
            <a:off x="3732012" y="259003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23;p22">
            <a:extLst>
              <a:ext uri="{FF2B5EF4-FFF2-40B4-BE49-F238E27FC236}">
                <a16:creationId xmlns:a16="http://schemas.microsoft.com/office/drawing/2014/main" id="{E0AAE5B4-FCFA-4552-B549-4BD659894C51}"/>
              </a:ext>
            </a:extLst>
          </p:cNvPr>
          <p:cNvSpPr/>
          <p:nvPr userDrawn="1"/>
        </p:nvSpPr>
        <p:spPr>
          <a:xfrm>
            <a:off x="3732012" y="272145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24;p22">
            <a:extLst>
              <a:ext uri="{FF2B5EF4-FFF2-40B4-BE49-F238E27FC236}">
                <a16:creationId xmlns:a16="http://schemas.microsoft.com/office/drawing/2014/main" id="{476A7E93-D0D7-4D9E-86A9-A499F7363E1D}"/>
              </a:ext>
            </a:extLst>
          </p:cNvPr>
          <p:cNvSpPr/>
          <p:nvPr userDrawn="1"/>
        </p:nvSpPr>
        <p:spPr>
          <a:xfrm>
            <a:off x="3732012" y="2852871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25;p22">
            <a:extLst>
              <a:ext uri="{FF2B5EF4-FFF2-40B4-BE49-F238E27FC236}">
                <a16:creationId xmlns:a16="http://schemas.microsoft.com/office/drawing/2014/main" id="{60079D5E-7F66-49D7-A18F-A5847A5CC428}"/>
              </a:ext>
            </a:extLst>
          </p:cNvPr>
          <p:cNvSpPr/>
          <p:nvPr userDrawn="1"/>
        </p:nvSpPr>
        <p:spPr>
          <a:xfrm>
            <a:off x="3732012" y="311722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26;p22">
            <a:extLst>
              <a:ext uri="{FF2B5EF4-FFF2-40B4-BE49-F238E27FC236}">
                <a16:creationId xmlns:a16="http://schemas.microsoft.com/office/drawing/2014/main" id="{F17F013D-12BB-4640-9879-1800A8973E98}"/>
              </a:ext>
            </a:extLst>
          </p:cNvPr>
          <p:cNvSpPr/>
          <p:nvPr userDrawn="1"/>
        </p:nvSpPr>
        <p:spPr>
          <a:xfrm>
            <a:off x="3732012" y="324864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27;p22">
            <a:extLst>
              <a:ext uri="{FF2B5EF4-FFF2-40B4-BE49-F238E27FC236}">
                <a16:creationId xmlns:a16="http://schemas.microsoft.com/office/drawing/2014/main" id="{893642B0-5796-471B-8EEB-60E084C61D66}"/>
              </a:ext>
            </a:extLst>
          </p:cNvPr>
          <p:cNvSpPr/>
          <p:nvPr userDrawn="1"/>
        </p:nvSpPr>
        <p:spPr>
          <a:xfrm>
            <a:off x="3732012" y="3511486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28;p22">
            <a:extLst>
              <a:ext uri="{FF2B5EF4-FFF2-40B4-BE49-F238E27FC236}">
                <a16:creationId xmlns:a16="http://schemas.microsoft.com/office/drawing/2014/main" id="{00E42417-25EE-4D43-A940-08FC0416A7A0}"/>
              </a:ext>
            </a:extLst>
          </p:cNvPr>
          <p:cNvSpPr/>
          <p:nvPr userDrawn="1"/>
        </p:nvSpPr>
        <p:spPr>
          <a:xfrm>
            <a:off x="3732012" y="3642906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29;p22">
            <a:extLst>
              <a:ext uri="{FF2B5EF4-FFF2-40B4-BE49-F238E27FC236}">
                <a16:creationId xmlns:a16="http://schemas.microsoft.com/office/drawing/2014/main" id="{CB0130D5-D267-41EF-853F-36E2E31EEEE4}"/>
              </a:ext>
            </a:extLst>
          </p:cNvPr>
          <p:cNvSpPr/>
          <p:nvPr userDrawn="1"/>
        </p:nvSpPr>
        <p:spPr>
          <a:xfrm>
            <a:off x="3732012" y="390572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30;p22">
            <a:extLst>
              <a:ext uri="{FF2B5EF4-FFF2-40B4-BE49-F238E27FC236}">
                <a16:creationId xmlns:a16="http://schemas.microsoft.com/office/drawing/2014/main" id="{A50109D1-1601-45FB-8194-5CE9183D78B9}"/>
              </a:ext>
            </a:extLst>
          </p:cNvPr>
          <p:cNvSpPr/>
          <p:nvPr userDrawn="1"/>
        </p:nvSpPr>
        <p:spPr>
          <a:xfrm>
            <a:off x="1795928" y="2590030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31;p22">
            <a:extLst>
              <a:ext uri="{FF2B5EF4-FFF2-40B4-BE49-F238E27FC236}">
                <a16:creationId xmlns:a16="http://schemas.microsoft.com/office/drawing/2014/main" id="{E6C5B68D-36DB-4962-B4CA-2D23DE245CAE}"/>
              </a:ext>
            </a:extLst>
          </p:cNvPr>
          <p:cNvSpPr/>
          <p:nvPr userDrawn="1"/>
        </p:nvSpPr>
        <p:spPr>
          <a:xfrm>
            <a:off x="1795928" y="2721450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32;p22">
            <a:extLst>
              <a:ext uri="{FF2B5EF4-FFF2-40B4-BE49-F238E27FC236}">
                <a16:creationId xmlns:a16="http://schemas.microsoft.com/office/drawing/2014/main" id="{3F84A0F5-2588-4814-A266-BBCB9BA822EB}"/>
              </a:ext>
            </a:extLst>
          </p:cNvPr>
          <p:cNvSpPr/>
          <p:nvPr userDrawn="1"/>
        </p:nvSpPr>
        <p:spPr>
          <a:xfrm>
            <a:off x="1795928" y="2985803"/>
            <a:ext cx="1147609" cy="38248"/>
          </a:xfrm>
          <a:custGeom>
            <a:avLst/>
            <a:gdLst/>
            <a:ahLst/>
            <a:cxnLst/>
            <a:rect l="l" t="t" r="r" b="b"/>
            <a:pathLst>
              <a:path w="47827" h="1594" extrusionOk="0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33;p22">
            <a:extLst>
              <a:ext uri="{FF2B5EF4-FFF2-40B4-BE49-F238E27FC236}">
                <a16:creationId xmlns:a16="http://schemas.microsoft.com/office/drawing/2014/main" id="{E1CD82BC-A41E-4BFF-AFC8-1FC14F0C9D51}"/>
              </a:ext>
            </a:extLst>
          </p:cNvPr>
          <p:cNvSpPr/>
          <p:nvPr userDrawn="1"/>
        </p:nvSpPr>
        <p:spPr>
          <a:xfrm>
            <a:off x="3846612" y="2324141"/>
            <a:ext cx="701422" cy="114648"/>
          </a:xfrm>
          <a:custGeom>
            <a:avLst/>
            <a:gdLst/>
            <a:ahLst/>
            <a:cxnLst/>
            <a:rect l="l" t="t" r="r" b="b"/>
            <a:pathLst>
              <a:path w="29232" h="4778" extrusionOk="0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34;p22">
            <a:extLst>
              <a:ext uri="{FF2B5EF4-FFF2-40B4-BE49-F238E27FC236}">
                <a16:creationId xmlns:a16="http://schemas.microsoft.com/office/drawing/2014/main" id="{CF890846-0FA1-4CFB-817B-C2F4A017EA34}"/>
              </a:ext>
            </a:extLst>
          </p:cNvPr>
          <p:cNvSpPr/>
          <p:nvPr userDrawn="1"/>
        </p:nvSpPr>
        <p:spPr>
          <a:xfrm>
            <a:off x="2298671" y="2324141"/>
            <a:ext cx="699886" cy="114648"/>
          </a:xfrm>
          <a:custGeom>
            <a:avLst/>
            <a:gdLst/>
            <a:ahLst/>
            <a:cxnLst/>
            <a:rect l="l" t="t" r="r" b="b"/>
            <a:pathLst>
              <a:path w="29168" h="4778" extrusionOk="0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35;p22">
            <a:extLst>
              <a:ext uri="{FF2B5EF4-FFF2-40B4-BE49-F238E27FC236}">
                <a16:creationId xmlns:a16="http://schemas.microsoft.com/office/drawing/2014/main" id="{587249AC-FCBA-4EE0-899D-E41897A3059B}"/>
              </a:ext>
            </a:extLst>
          </p:cNvPr>
          <p:cNvSpPr/>
          <p:nvPr userDrawn="1"/>
        </p:nvSpPr>
        <p:spPr>
          <a:xfrm>
            <a:off x="69883" y="4090629"/>
            <a:ext cx="735039" cy="1488386"/>
          </a:xfrm>
          <a:custGeom>
            <a:avLst/>
            <a:gdLst/>
            <a:ahLst/>
            <a:cxnLst/>
            <a:rect l="l" t="t" r="r" b="b"/>
            <a:pathLst>
              <a:path w="30633" h="62029" extrusionOk="0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136;p22">
            <a:extLst>
              <a:ext uri="{FF2B5EF4-FFF2-40B4-BE49-F238E27FC236}">
                <a16:creationId xmlns:a16="http://schemas.microsoft.com/office/drawing/2014/main" id="{6F959487-04CF-4097-AA7D-A2C80BFFA894}"/>
              </a:ext>
            </a:extLst>
          </p:cNvPr>
          <p:cNvSpPr/>
          <p:nvPr userDrawn="1"/>
        </p:nvSpPr>
        <p:spPr>
          <a:xfrm>
            <a:off x="406881" y="5126517"/>
            <a:ext cx="76424" cy="382048"/>
          </a:xfrm>
          <a:custGeom>
            <a:avLst/>
            <a:gdLst/>
            <a:ahLst/>
            <a:cxnLst/>
            <a:rect l="l" t="t" r="r" b="b"/>
            <a:pathLst>
              <a:path w="3185" h="15922" extrusionOk="0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38;p22">
            <a:extLst>
              <a:ext uri="{FF2B5EF4-FFF2-40B4-BE49-F238E27FC236}">
                <a16:creationId xmlns:a16="http://schemas.microsoft.com/office/drawing/2014/main" id="{CBFD737A-C7E0-49E9-BE03-8B54E8E964DA}"/>
              </a:ext>
            </a:extLst>
          </p:cNvPr>
          <p:cNvSpPr/>
          <p:nvPr userDrawn="1"/>
        </p:nvSpPr>
        <p:spPr>
          <a:xfrm>
            <a:off x="4418657" y="356936"/>
            <a:ext cx="1101778" cy="368659"/>
          </a:xfrm>
          <a:custGeom>
            <a:avLst/>
            <a:gdLst/>
            <a:ahLst/>
            <a:cxnLst/>
            <a:rect l="l" t="t" r="r" b="b"/>
            <a:pathLst>
              <a:path w="45917" h="15364" extrusionOk="0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39;p22">
            <a:extLst>
              <a:ext uri="{FF2B5EF4-FFF2-40B4-BE49-F238E27FC236}">
                <a16:creationId xmlns:a16="http://schemas.microsoft.com/office/drawing/2014/main" id="{C77936D2-F30B-4B71-89E8-AD4D510FAF91}"/>
              </a:ext>
            </a:extLst>
          </p:cNvPr>
          <p:cNvSpPr/>
          <p:nvPr userDrawn="1"/>
        </p:nvSpPr>
        <p:spPr>
          <a:xfrm>
            <a:off x="995191" y="2895654"/>
            <a:ext cx="233831" cy="200046"/>
          </a:xfrm>
          <a:custGeom>
            <a:avLst/>
            <a:gdLst/>
            <a:ahLst/>
            <a:cxnLst/>
            <a:rect l="l" t="t" r="r" b="b"/>
            <a:pathLst>
              <a:path w="9745" h="8337" extrusionOk="0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40;p22">
            <a:extLst>
              <a:ext uri="{FF2B5EF4-FFF2-40B4-BE49-F238E27FC236}">
                <a16:creationId xmlns:a16="http://schemas.microsoft.com/office/drawing/2014/main" id="{FC8E58B8-AFE1-4CC2-BC9E-6DC496180630}"/>
              </a:ext>
            </a:extLst>
          </p:cNvPr>
          <p:cNvSpPr/>
          <p:nvPr userDrawn="1"/>
        </p:nvSpPr>
        <p:spPr>
          <a:xfrm>
            <a:off x="4123203" y="2041144"/>
            <a:ext cx="233831" cy="200502"/>
          </a:xfrm>
          <a:custGeom>
            <a:avLst/>
            <a:gdLst/>
            <a:ahLst/>
            <a:cxnLst/>
            <a:rect l="l" t="t" r="r" b="b"/>
            <a:pathLst>
              <a:path w="9745" h="8356" extrusionOk="0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41;p22">
            <a:extLst>
              <a:ext uri="{FF2B5EF4-FFF2-40B4-BE49-F238E27FC236}">
                <a16:creationId xmlns:a16="http://schemas.microsoft.com/office/drawing/2014/main" id="{C6AA5A3A-AC13-49AB-ACBB-F346AF3DA134}"/>
              </a:ext>
            </a:extLst>
          </p:cNvPr>
          <p:cNvSpPr/>
          <p:nvPr userDrawn="1"/>
        </p:nvSpPr>
        <p:spPr>
          <a:xfrm>
            <a:off x="5076740" y="3096564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42;p22">
            <a:extLst>
              <a:ext uri="{FF2B5EF4-FFF2-40B4-BE49-F238E27FC236}">
                <a16:creationId xmlns:a16="http://schemas.microsoft.com/office/drawing/2014/main" id="{43353ED2-09A4-4588-AFDC-28B1EB3FC497}"/>
              </a:ext>
            </a:extLst>
          </p:cNvPr>
          <p:cNvSpPr/>
          <p:nvPr userDrawn="1"/>
        </p:nvSpPr>
        <p:spPr>
          <a:xfrm>
            <a:off x="2685890" y="5588878"/>
            <a:ext cx="189513" cy="162758"/>
          </a:xfrm>
          <a:custGeom>
            <a:avLst/>
            <a:gdLst/>
            <a:ahLst/>
            <a:cxnLst/>
            <a:rect l="l" t="t" r="r" b="b"/>
            <a:pathLst>
              <a:path w="7898" h="6783" extrusionOk="0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43;p22">
            <a:extLst>
              <a:ext uri="{FF2B5EF4-FFF2-40B4-BE49-F238E27FC236}">
                <a16:creationId xmlns:a16="http://schemas.microsoft.com/office/drawing/2014/main" id="{487CE5BD-9BB6-464A-A26E-0066647CC9EE}"/>
              </a:ext>
            </a:extLst>
          </p:cNvPr>
          <p:cNvSpPr/>
          <p:nvPr userDrawn="1"/>
        </p:nvSpPr>
        <p:spPr>
          <a:xfrm>
            <a:off x="5648253" y="1377826"/>
            <a:ext cx="187977" cy="162422"/>
          </a:xfrm>
          <a:custGeom>
            <a:avLst/>
            <a:gdLst/>
            <a:ahLst/>
            <a:cxnLst/>
            <a:rect l="l" t="t" r="r" b="b"/>
            <a:pathLst>
              <a:path w="7834" h="6769" extrusionOk="0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44;p22">
            <a:extLst>
              <a:ext uri="{FF2B5EF4-FFF2-40B4-BE49-F238E27FC236}">
                <a16:creationId xmlns:a16="http://schemas.microsoft.com/office/drawing/2014/main" id="{A9855B6E-162B-423E-9D9A-7C81BF9DFABB}"/>
              </a:ext>
            </a:extLst>
          </p:cNvPr>
          <p:cNvSpPr/>
          <p:nvPr userDrawn="1"/>
        </p:nvSpPr>
        <p:spPr>
          <a:xfrm>
            <a:off x="2864447" y="5133518"/>
            <a:ext cx="276182" cy="199518"/>
          </a:xfrm>
          <a:custGeom>
            <a:avLst/>
            <a:gdLst/>
            <a:ahLst/>
            <a:cxnLst/>
            <a:rect l="l" t="t" r="r" b="b"/>
            <a:pathLst>
              <a:path w="11510" h="8315" extrusionOk="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45;p22">
            <a:extLst>
              <a:ext uri="{FF2B5EF4-FFF2-40B4-BE49-F238E27FC236}">
                <a16:creationId xmlns:a16="http://schemas.microsoft.com/office/drawing/2014/main" id="{80418DFB-5BEA-4BE5-8248-C524C738060B}"/>
              </a:ext>
            </a:extLst>
          </p:cNvPr>
          <p:cNvSpPr/>
          <p:nvPr userDrawn="1"/>
        </p:nvSpPr>
        <p:spPr>
          <a:xfrm>
            <a:off x="1030343" y="3132509"/>
            <a:ext cx="195607" cy="1401284"/>
          </a:xfrm>
          <a:custGeom>
            <a:avLst/>
            <a:gdLst/>
            <a:ahLst/>
            <a:cxnLst/>
            <a:rect l="l" t="t" r="r" b="b"/>
            <a:pathLst>
              <a:path w="8152" h="58399" extrusionOk="0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46;p22">
            <a:extLst>
              <a:ext uri="{FF2B5EF4-FFF2-40B4-BE49-F238E27FC236}">
                <a16:creationId xmlns:a16="http://schemas.microsoft.com/office/drawing/2014/main" id="{FE4ED8DF-EE09-4DC1-827C-8806BF399464}"/>
              </a:ext>
            </a:extLst>
          </p:cNvPr>
          <p:cNvSpPr/>
          <p:nvPr userDrawn="1"/>
        </p:nvSpPr>
        <p:spPr>
          <a:xfrm>
            <a:off x="5316642" y="2336379"/>
            <a:ext cx="779358" cy="716707"/>
          </a:xfrm>
          <a:custGeom>
            <a:avLst/>
            <a:gdLst/>
            <a:ahLst/>
            <a:cxnLst/>
            <a:rect l="l" t="t" r="r" b="b"/>
            <a:pathLst>
              <a:path w="32480" h="29869" extrusionOk="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47;p22">
            <a:extLst>
              <a:ext uri="{FF2B5EF4-FFF2-40B4-BE49-F238E27FC236}">
                <a16:creationId xmlns:a16="http://schemas.microsoft.com/office/drawing/2014/main" id="{F0FCE93E-CAA9-4B07-83A1-E7A997A30C47}"/>
              </a:ext>
            </a:extLst>
          </p:cNvPr>
          <p:cNvSpPr/>
          <p:nvPr userDrawn="1"/>
        </p:nvSpPr>
        <p:spPr>
          <a:xfrm>
            <a:off x="350325" y="1450075"/>
            <a:ext cx="932182" cy="716707"/>
          </a:xfrm>
          <a:custGeom>
            <a:avLst/>
            <a:gdLst/>
            <a:ahLst/>
            <a:cxnLst/>
            <a:rect l="l" t="t" r="r" b="b"/>
            <a:pathLst>
              <a:path w="38849" h="29869" extrusionOk="0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48;p22">
            <a:extLst>
              <a:ext uri="{FF2B5EF4-FFF2-40B4-BE49-F238E27FC236}">
                <a16:creationId xmlns:a16="http://schemas.microsoft.com/office/drawing/2014/main" id="{43D3D3F0-7BD5-461D-8A1D-A41AF9DA8EEE}"/>
              </a:ext>
            </a:extLst>
          </p:cNvPr>
          <p:cNvSpPr/>
          <p:nvPr userDrawn="1"/>
        </p:nvSpPr>
        <p:spPr>
          <a:xfrm>
            <a:off x="5066038" y="3594004"/>
            <a:ext cx="236879" cy="1473101"/>
          </a:xfrm>
          <a:custGeom>
            <a:avLst/>
            <a:gdLst/>
            <a:ahLst/>
            <a:cxnLst/>
            <a:rect l="l" t="t" r="r" b="b"/>
            <a:pathLst>
              <a:path w="9872" h="61392" extrusionOk="0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49;p22">
            <a:extLst>
              <a:ext uri="{FF2B5EF4-FFF2-40B4-BE49-F238E27FC236}">
                <a16:creationId xmlns:a16="http://schemas.microsoft.com/office/drawing/2014/main" id="{3090D6B5-6E97-497A-91EA-C49E2A0B60DE}"/>
              </a:ext>
            </a:extLst>
          </p:cNvPr>
          <p:cNvSpPr/>
          <p:nvPr userDrawn="1"/>
        </p:nvSpPr>
        <p:spPr>
          <a:xfrm>
            <a:off x="5497445" y="3542703"/>
            <a:ext cx="126382" cy="71193"/>
          </a:xfrm>
          <a:custGeom>
            <a:avLst/>
            <a:gdLst/>
            <a:ahLst/>
            <a:cxnLst/>
            <a:rect l="l" t="t" r="r" b="b"/>
            <a:pathLst>
              <a:path w="5267" h="2967" extrusionOk="0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50;p22">
            <a:extLst>
              <a:ext uri="{FF2B5EF4-FFF2-40B4-BE49-F238E27FC236}">
                <a16:creationId xmlns:a16="http://schemas.microsoft.com/office/drawing/2014/main" id="{8166EA65-86AE-46E5-9AE1-5E674A9A0770}"/>
              </a:ext>
            </a:extLst>
          </p:cNvPr>
          <p:cNvSpPr/>
          <p:nvPr userDrawn="1"/>
        </p:nvSpPr>
        <p:spPr>
          <a:xfrm>
            <a:off x="5944711" y="4255667"/>
            <a:ext cx="151288" cy="169645"/>
          </a:xfrm>
          <a:custGeom>
            <a:avLst/>
            <a:gdLst/>
            <a:ahLst/>
            <a:cxnLst/>
            <a:rect l="l" t="t" r="r" b="b"/>
            <a:pathLst>
              <a:path w="6305" h="7070" extrusionOk="0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51;p22">
            <a:extLst>
              <a:ext uri="{FF2B5EF4-FFF2-40B4-BE49-F238E27FC236}">
                <a16:creationId xmlns:a16="http://schemas.microsoft.com/office/drawing/2014/main" id="{9749FA77-3BE8-4550-8685-D4B21B34EAE8}"/>
              </a:ext>
            </a:extLst>
          </p:cNvPr>
          <p:cNvSpPr/>
          <p:nvPr userDrawn="1"/>
        </p:nvSpPr>
        <p:spPr>
          <a:xfrm>
            <a:off x="5640599" y="3613728"/>
            <a:ext cx="301065" cy="314934"/>
          </a:xfrm>
          <a:custGeom>
            <a:avLst/>
            <a:gdLst/>
            <a:ahLst/>
            <a:cxnLst/>
            <a:rect l="l" t="t" r="r" b="b"/>
            <a:pathLst>
              <a:path w="12547" h="13125" extrusionOk="0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52;p22">
            <a:extLst>
              <a:ext uri="{FF2B5EF4-FFF2-40B4-BE49-F238E27FC236}">
                <a16:creationId xmlns:a16="http://schemas.microsoft.com/office/drawing/2014/main" id="{D04C9F69-29CB-4BCC-A33A-6DEA032BA771}"/>
              </a:ext>
            </a:extLst>
          </p:cNvPr>
          <p:cNvSpPr/>
          <p:nvPr userDrawn="1"/>
        </p:nvSpPr>
        <p:spPr>
          <a:xfrm>
            <a:off x="5096608" y="3424384"/>
            <a:ext cx="234863" cy="151288"/>
          </a:xfrm>
          <a:custGeom>
            <a:avLst/>
            <a:gdLst/>
            <a:ahLst/>
            <a:cxnLst/>
            <a:rect l="l" t="t" r="r" b="b"/>
            <a:pathLst>
              <a:path w="9788" h="6305" extrusionOk="0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53;p22">
            <a:extLst>
              <a:ext uri="{FF2B5EF4-FFF2-40B4-BE49-F238E27FC236}">
                <a16:creationId xmlns:a16="http://schemas.microsoft.com/office/drawing/2014/main" id="{DECC72B8-940A-4BEB-877D-96982FB4BA25}"/>
              </a:ext>
            </a:extLst>
          </p:cNvPr>
          <p:cNvSpPr/>
          <p:nvPr userDrawn="1"/>
        </p:nvSpPr>
        <p:spPr>
          <a:xfrm>
            <a:off x="5978424" y="4104162"/>
            <a:ext cx="56460" cy="113328"/>
          </a:xfrm>
          <a:custGeom>
            <a:avLst/>
            <a:gdLst/>
            <a:ahLst/>
            <a:cxnLst/>
            <a:rect l="l" t="t" r="r" b="b"/>
            <a:pathLst>
              <a:path w="2353" h="4723" extrusionOk="0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54;p22">
            <a:extLst>
              <a:ext uri="{FF2B5EF4-FFF2-40B4-BE49-F238E27FC236}">
                <a16:creationId xmlns:a16="http://schemas.microsoft.com/office/drawing/2014/main" id="{A3C81166-E04B-4A76-97F8-C6B71F1DDA47}"/>
              </a:ext>
            </a:extLst>
          </p:cNvPr>
          <p:cNvSpPr/>
          <p:nvPr userDrawn="1"/>
        </p:nvSpPr>
        <p:spPr>
          <a:xfrm>
            <a:off x="5360961" y="3498576"/>
            <a:ext cx="116160" cy="57252"/>
          </a:xfrm>
          <a:custGeom>
            <a:avLst/>
            <a:gdLst/>
            <a:ahLst/>
            <a:cxnLst/>
            <a:rect l="l" t="t" r="r" b="b"/>
            <a:pathLst>
              <a:path w="4841" h="2386" extrusionOk="0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55;p22">
            <a:extLst>
              <a:ext uri="{FF2B5EF4-FFF2-40B4-BE49-F238E27FC236}">
                <a16:creationId xmlns:a16="http://schemas.microsoft.com/office/drawing/2014/main" id="{1691E73D-601C-4D9A-B9A7-E53141A5373F}"/>
              </a:ext>
            </a:extLst>
          </p:cNvPr>
          <p:cNvSpPr/>
          <p:nvPr userDrawn="1"/>
        </p:nvSpPr>
        <p:spPr>
          <a:xfrm>
            <a:off x="5929187" y="3958369"/>
            <a:ext cx="73593" cy="110881"/>
          </a:xfrm>
          <a:custGeom>
            <a:avLst/>
            <a:gdLst/>
            <a:ahLst/>
            <a:cxnLst/>
            <a:rect l="l" t="t" r="r" b="b"/>
            <a:pathLst>
              <a:path w="3067" h="4621" extrusionOk="0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156;p22">
            <a:extLst>
              <a:ext uri="{FF2B5EF4-FFF2-40B4-BE49-F238E27FC236}">
                <a16:creationId xmlns:a16="http://schemas.microsoft.com/office/drawing/2014/main" id="{FB80A0AE-4441-4578-9860-E7A72A05B773}"/>
              </a:ext>
            </a:extLst>
          </p:cNvPr>
          <p:cNvSpPr/>
          <p:nvPr userDrawn="1"/>
        </p:nvSpPr>
        <p:spPr>
          <a:xfrm>
            <a:off x="63390" y="2609070"/>
            <a:ext cx="215475" cy="415737"/>
          </a:xfrm>
          <a:custGeom>
            <a:avLst/>
            <a:gdLst/>
            <a:ahLst/>
            <a:cxnLst/>
            <a:rect l="l" t="t" r="r" b="b"/>
            <a:pathLst>
              <a:path w="8980" h="17326" extrusionOk="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57;p22">
            <a:extLst>
              <a:ext uri="{FF2B5EF4-FFF2-40B4-BE49-F238E27FC236}">
                <a16:creationId xmlns:a16="http://schemas.microsoft.com/office/drawing/2014/main" id="{0E6D389A-D66F-4CE3-8BAF-17E1A27075A3}"/>
              </a:ext>
            </a:extLst>
          </p:cNvPr>
          <p:cNvSpPr/>
          <p:nvPr userDrawn="1"/>
        </p:nvSpPr>
        <p:spPr>
          <a:xfrm>
            <a:off x="265539" y="3227042"/>
            <a:ext cx="87750" cy="103778"/>
          </a:xfrm>
          <a:custGeom>
            <a:avLst/>
            <a:gdLst/>
            <a:ahLst/>
            <a:cxnLst/>
            <a:rect l="l" t="t" r="r" b="b"/>
            <a:pathLst>
              <a:path w="3657" h="4325" extrusionOk="0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58;p22">
            <a:extLst>
              <a:ext uri="{FF2B5EF4-FFF2-40B4-BE49-F238E27FC236}">
                <a16:creationId xmlns:a16="http://schemas.microsoft.com/office/drawing/2014/main" id="{0CA55D6F-14F7-461E-B877-2B8568734842}"/>
              </a:ext>
            </a:extLst>
          </p:cNvPr>
          <p:cNvSpPr/>
          <p:nvPr userDrawn="1"/>
        </p:nvSpPr>
        <p:spPr>
          <a:xfrm>
            <a:off x="192576" y="3065634"/>
            <a:ext cx="68794" cy="109321"/>
          </a:xfrm>
          <a:custGeom>
            <a:avLst/>
            <a:gdLst/>
            <a:ahLst/>
            <a:cxnLst/>
            <a:rect l="l" t="t" r="r" b="b"/>
            <a:pathLst>
              <a:path w="2867" h="4556" extrusionOk="0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59;p22">
            <a:extLst>
              <a:ext uri="{FF2B5EF4-FFF2-40B4-BE49-F238E27FC236}">
                <a16:creationId xmlns:a16="http://schemas.microsoft.com/office/drawing/2014/main" id="{CA8930BB-49AB-47CE-A51E-BF098AC1C635}"/>
              </a:ext>
            </a:extLst>
          </p:cNvPr>
          <p:cNvSpPr/>
          <p:nvPr userDrawn="1"/>
        </p:nvSpPr>
        <p:spPr>
          <a:xfrm>
            <a:off x="183818" y="2470019"/>
            <a:ext cx="77552" cy="108361"/>
          </a:xfrm>
          <a:custGeom>
            <a:avLst/>
            <a:gdLst/>
            <a:ahLst/>
            <a:cxnLst/>
            <a:rect l="l" t="t" r="r" b="b"/>
            <a:pathLst>
              <a:path w="3232" h="4516" extrusionOk="0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60;p22">
            <a:extLst>
              <a:ext uri="{FF2B5EF4-FFF2-40B4-BE49-F238E27FC236}">
                <a16:creationId xmlns:a16="http://schemas.microsoft.com/office/drawing/2014/main" id="{2DD8873D-F8B8-4993-BC7D-F162F5E211E5}"/>
              </a:ext>
            </a:extLst>
          </p:cNvPr>
          <p:cNvSpPr/>
          <p:nvPr userDrawn="1"/>
        </p:nvSpPr>
        <p:spPr>
          <a:xfrm>
            <a:off x="367249" y="2134664"/>
            <a:ext cx="213963" cy="213963"/>
          </a:xfrm>
          <a:custGeom>
            <a:avLst/>
            <a:gdLst/>
            <a:ahLst/>
            <a:cxnLst/>
            <a:rect l="l" t="t" r="r" b="b"/>
            <a:pathLst>
              <a:path w="8917" h="8917" extrusionOk="0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61;p22">
            <a:extLst>
              <a:ext uri="{FF2B5EF4-FFF2-40B4-BE49-F238E27FC236}">
                <a16:creationId xmlns:a16="http://schemas.microsoft.com/office/drawing/2014/main" id="{C4AF761A-9D9F-42A1-9A36-A39468EA4F15}"/>
              </a:ext>
            </a:extLst>
          </p:cNvPr>
          <p:cNvSpPr/>
          <p:nvPr userDrawn="1"/>
        </p:nvSpPr>
        <p:spPr>
          <a:xfrm>
            <a:off x="274339" y="2335385"/>
            <a:ext cx="87126" cy="100059"/>
          </a:xfrm>
          <a:custGeom>
            <a:avLst/>
            <a:gdLst/>
            <a:ahLst/>
            <a:cxnLst/>
            <a:rect l="l" t="t" r="r" b="b"/>
            <a:pathLst>
              <a:path w="3631" h="4170" extrusionOk="0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62;p22">
            <a:extLst>
              <a:ext uri="{FF2B5EF4-FFF2-40B4-BE49-F238E27FC236}">
                <a16:creationId xmlns:a16="http://schemas.microsoft.com/office/drawing/2014/main" id="{85F2B60F-4596-49E2-9A8C-77474C7073EA}"/>
              </a:ext>
            </a:extLst>
          </p:cNvPr>
          <p:cNvSpPr/>
          <p:nvPr userDrawn="1"/>
        </p:nvSpPr>
        <p:spPr>
          <a:xfrm>
            <a:off x="323701" y="3333409"/>
            <a:ext cx="222626" cy="225985"/>
          </a:xfrm>
          <a:custGeom>
            <a:avLst/>
            <a:gdLst/>
            <a:ahLst/>
            <a:cxnLst/>
            <a:rect l="l" t="t" r="r" b="b"/>
            <a:pathLst>
              <a:path w="9278" h="9418" extrusionOk="0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63;p22">
            <a:extLst>
              <a:ext uri="{FF2B5EF4-FFF2-40B4-BE49-F238E27FC236}">
                <a16:creationId xmlns:a16="http://schemas.microsoft.com/office/drawing/2014/main" id="{74F293CF-9675-4CC9-ABDA-5EF3B9D99AB2}"/>
              </a:ext>
            </a:extLst>
          </p:cNvPr>
          <p:cNvSpPr/>
          <p:nvPr userDrawn="1"/>
        </p:nvSpPr>
        <p:spPr>
          <a:xfrm>
            <a:off x="908857" y="5159966"/>
            <a:ext cx="309464" cy="315150"/>
          </a:xfrm>
          <a:custGeom>
            <a:avLst/>
            <a:gdLst/>
            <a:ahLst/>
            <a:cxnLst/>
            <a:rect l="l" t="t" r="r" b="b"/>
            <a:pathLst>
              <a:path w="12897" h="13134" extrusionOk="0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64;p22">
            <a:extLst>
              <a:ext uri="{FF2B5EF4-FFF2-40B4-BE49-F238E27FC236}">
                <a16:creationId xmlns:a16="http://schemas.microsoft.com/office/drawing/2014/main" id="{1B80542F-EDFA-4086-A15B-D41556308967}"/>
              </a:ext>
            </a:extLst>
          </p:cNvPr>
          <p:cNvSpPr/>
          <p:nvPr userDrawn="1"/>
        </p:nvSpPr>
        <p:spPr>
          <a:xfrm>
            <a:off x="1369345" y="5531793"/>
            <a:ext cx="125566" cy="57924"/>
          </a:xfrm>
          <a:custGeom>
            <a:avLst/>
            <a:gdLst/>
            <a:ahLst/>
            <a:cxnLst/>
            <a:rect l="l" t="t" r="r" b="b"/>
            <a:pathLst>
              <a:path w="5233" h="2414" extrusionOk="0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165;p22">
            <a:extLst>
              <a:ext uri="{FF2B5EF4-FFF2-40B4-BE49-F238E27FC236}">
                <a16:creationId xmlns:a16="http://schemas.microsoft.com/office/drawing/2014/main" id="{B2FDC07E-C76E-4C82-83FF-B886DA50D93A}"/>
              </a:ext>
            </a:extLst>
          </p:cNvPr>
          <p:cNvSpPr/>
          <p:nvPr userDrawn="1"/>
        </p:nvSpPr>
        <p:spPr>
          <a:xfrm>
            <a:off x="819331" y="4870946"/>
            <a:ext cx="53629" cy="112105"/>
          </a:xfrm>
          <a:custGeom>
            <a:avLst/>
            <a:gdLst/>
            <a:ahLst/>
            <a:cxnLst/>
            <a:rect l="l" t="t" r="r" b="b"/>
            <a:pathLst>
              <a:path w="2235" h="4672" extrusionOk="0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166;p22">
            <a:extLst>
              <a:ext uri="{FF2B5EF4-FFF2-40B4-BE49-F238E27FC236}">
                <a16:creationId xmlns:a16="http://schemas.microsoft.com/office/drawing/2014/main" id="{2061B620-634A-4EEF-AD9F-0D944706C19B}"/>
              </a:ext>
            </a:extLst>
          </p:cNvPr>
          <p:cNvSpPr/>
          <p:nvPr userDrawn="1"/>
        </p:nvSpPr>
        <p:spPr>
          <a:xfrm>
            <a:off x="849997" y="5019619"/>
            <a:ext cx="71865" cy="110137"/>
          </a:xfrm>
          <a:custGeom>
            <a:avLst/>
            <a:gdLst/>
            <a:ahLst/>
            <a:cxnLst/>
            <a:rect l="l" t="t" r="r" b="b"/>
            <a:pathLst>
              <a:path w="2995" h="4590" extrusionOk="0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167;p22">
            <a:extLst>
              <a:ext uri="{FF2B5EF4-FFF2-40B4-BE49-F238E27FC236}">
                <a16:creationId xmlns:a16="http://schemas.microsoft.com/office/drawing/2014/main" id="{624B2890-56F5-47EA-9C72-8D06CDE9E0D5}"/>
              </a:ext>
            </a:extLst>
          </p:cNvPr>
          <p:cNvSpPr/>
          <p:nvPr userDrawn="1"/>
        </p:nvSpPr>
        <p:spPr>
          <a:xfrm>
            <a:off x="759872" y="4662142"/>
            <a:ext cx="151288" cy="171156"/>
          </a:xfrm>
          <a:custGeom>
            <a:avLst/>
            <a:gdLst/>
            <a:ahLst/>
            <a:cxnLst/>
            <a:rect l="l" t="t" r="r" b="b"/>
            <a:pathLst>
              <a:path w="6305" h="7133" extrusionOk="0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168;p22">
            <a:extLst>
              <a:ext uri="{FF2B5EF4-FFF2-40B4-BE49-F238E27FC236}">
                <a16:creationId xmlns:a16="http://schemas.microsoft.com/office/drawing/2014/main" id="{6CB1D335-8DE3-4CB2-90D0-EFA493D1B9BE}"/>
              </a:ext>
            </a:extLst>
          </p:cNvPr>
          <p:cNvSpPr/>
          <p:nvPr userDrawn="1"/>
        </p:nvSpPr>
        <p:spPr>
          <a:xfrm>
            <a:off x="1228302" y="5474997"/>
            <a:ext cx="126022" cy="70401"/>
          </a:xfrm>
          <a:custGeom>
            <a:avLst/>
            <a:gdLst/>
            <a:ahLst/>
            <a:cxnLst/>
            <a:rect l="l" t="t" r="r" b="b"/>
            <a:pathLst>
              <a:path w="5252" h="2934" extrusionOk="0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170;p22">
            <a:extLst>
              <a:ext uri="{FF2B5EF4-FFF2-40B4-BE49-F238E27FC236}">
                <a16:creationId xmlns:a16="http://schemas.microsoft.com/office/drawing/2014/main" id="{705B51DA-8BA4-4C09-9F5C-D533366B8A9E}"/>
              </a:ext>
            </a:extLst>
          </p:cNvPr>
          <p:cNvSpPr/>
          <p:nvPr userDrawn="1"/>
        </p:nvSpPr>
        <p:spPr>
          <a:xfrm>
            <a:off x="3068815" y="2266073"/>
            <a:ext cx="230784" cy="230784"/>
          </a:xfrm>
          <a:custGeom>
            <a:avLst/>
            <a:gdLst/>
            <a:ahLst/>
            <a:cxnLst/>
            <a:rect l="l" t="t" r="r" b="b"/>
            <a:pathLst>
              <a:path w="9618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171;p22">
            <a:extLst>
              <a:ext uri="{FF2B5EF4-FFF2-40B4-BE49-F238E27FC236}">
                <a16:creationId xmlns:a16="http://schemas.microsoft.com/office/drawing/2014/main" id="{5076D1BA-3A19-4743-AF2E-AA9567FA8FE7}"/>
              </a:ext>
            </a:extLst>
          </p:cNvPr>
          <p:cNvSpPr/>
          <p:nvPr userDrawn="1"/>
        </p:nvSpPr>
        <p:spPr>
          <a:xfrm>
            <a:off x="3923154" y="536777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172;p22">
            <a:extLst>
              <a:ext uri="{FF2B5EF4-FFF2-40B4-BE49-F238E27FC236}">
                <a16:creationId xmlns:a16="http://schemas.microsoft.com/office/drawing/2014/main" id="{3BEDF209-CF60-40CF-A9A3-F2BD61D4A546}"/>
              </a:ext>
            </a:extLst>
          </p:cNvPr>
          <p:cNvSpPr/>
          <p:nvPr userDrawn="1"/>
        </p:nvSpPr>
        <p:spPr>
          <a:xfrm>
            <a:off x="3954889" y="1184623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173;p22">
            <a:extLst>
              <a:ext uri="{FF2B5EF4-FFF2-40B4-BE49-F238E27FC236}">
                <a16:creationId xmlns:a16="http://schemas.microsoft.com/office/drawing/2014/main" id="{150EABB0-7AD2-4350-A917-B452DF401857}"/>
              </a:ext>
            </a:extLst>
          </p:cNvPr>
          <p:cNvSpPr/>
          <p:nvPr userDrawn="1"/>
        </p:nvSpPr>
        <p:spPr>
          <a:xfrm>
            <a:off x="1941539" y="4762981"/>
            <a:ext cx="453865" cy="583750"/>
          </a:xfrm>
          <a:custGeom>
            <a:avLst/>
            <a:gdLst/>
            <a:ahLst/>
            <a:cxnLst/>
            <a:rect l="l" t="t" r="r" b="b"/>
            <a:pathLst>
              <a:path w="18915" h="24328" extrusionOk="0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174;p22">
            <a:extLst>
              <a:ext uri="{FF2B5EF4-FFF2-40B4-BE49-F238E27FC236}">
                <a16:creationId xmlns:a16="http://schemas.microsoft.com/office/drawing/2014/main" id="{AC519579-DDBB-4186-9C9E-8AEE4824AD79}"/>
              </a:ext>
            </a:extLst>
          </p:cNvPr>
          <p:cNvSpPr/>
          <p:nvPr userDrawn="1"/>
        </p:nvSpPr>
        <p:spPr>
          <a:xfrm>
            <a:off x="2039334" y="4879325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175;p22">
            <a:extLst>
              <a:ext uri="{FF2B5EF4-FFF2-40B4-BE49-F238E27FC236}">
                <a16:creationId xmlns:a16="http://schemas.microsoft.com/office/drawing/2014/main" id="{FB3E551C-E136-4926-9179-90D1BE68DCD3}"/>
              </a:ext>
            </a:extLst>
          </p:cNvPr>
          <p:cNvSpPr/>
          <p:nvPr userDrawn="1"/>
        </p:nvSpPr>
        <p:spPr>
          <a:xfrm>
            <a:off x="2039334" y="4952677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176;p22">
            <a:extLst>
              <a:ext uri="{FF2B5EF4-FFF2-40B4-BE49-F238E27FC236}">
                <a16:creationId xmlns:a16="http://schemas.microsoft.com/office/drawing/2014/main" id="{DCBB1438-4F3A-471A-A77B-B39AA45CF6FA}"/>
              </a:ext>
            </a:extLst>
          </p:cNvPr>
          <p:cNvSpPr/>
          <p:nvPr userDrawn="1"/>
        </p:nvSpPr>
        <p:spPr>
          <a:xfrm>
            <a:off x="2039334" y="5026006"/>
            <a:ext cx="212428" cy="38248"/>
          </a:xfrm>
          <a:custGeom>
            <a:avLst/>
            <a:gdLst/>
            <a:ahLst/>
            <a:cxnLst/>
            <a:rect l="l" t="t" r="r" b="b"/>
            <a:pathLst>
              <a:path w="8853" h="1594" extrusionOk="0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77;p22">
            <a:extLst>
              <a:ext uri="{FF2B5EF4-FFF2-40B4-BE49-F238E27FC236}">
                <a16:creationId xmlns:a16="http://schemas.microsoft.com/office/drawing/2014/main" id="{3CC9B501-8B84-4811-9C80-304400601E8C}"/>
              </a:ext>
            </a:extLst>
          </p:cNvPr>
          <p:cNvSpPr/>
          <p:nvPr userDrawn="1"/>
        </p:nvSpPr>
        <p:spPr>
          <a:xfrm>
            <a:off x="5697155" y="3007207"/>
            <a:ext cx="385096" cy="427903"/>
          </a:xfrm>
          <a:custGeom>
            <a:avLst/>
            <a:gdLst/>
            <a:ahLst/>
            <a:cxnLst/>
            <a:rect l="l" t="t" r="r" b="b"/>
            <a:pathLst>
              <a:path w="16049" h="17833" extrusionOk="0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178;p22">
            <a:extLst>
              <a:ext uri="{FF2B5EF4-FFF2-40B4-BE49-F238E27FC236}">
                <a16:creationId xmlns:a16="http://schemas.microsoft.com/office/drawing/2014/main" id="{F67F4B35-8434-4579-B2FE-4B4A3B80BD65}"/>
              </a:ext>
            </a:extLst>
          </p:cNvPr>
          <p:cNvSpPr/>
          <p:nvPr userDrawn="1"/>
        </p:nvSpPr>
        <p:spPr>
          <a:xfrm>
            <a:off x="3242653" y="536777"/>
            <a:ext cx="504279" cy="431958"/>
          </a:xfrm>
          <a:custGeom>
            <a:avLst/>
            <a:gdLst/>
            <a:ahLst/>
            <a:cxnLst/>
            <a:rect l="l" t="t" r="r" b="b"/>
            <a:pathLst>
              <a:path w="21016" h="18002" extrusionOk="0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79;p22">
            <a:extLst>
              <a:ext uri="{FF2B5EF4-FFF2-40B4-BE49-F238E27FC236}">
                <a16:creationId xmlns:a16="http://schemas.microsoft.com/office/drawing/2014/main" id="{79A28873-E743-4674-95DA-443EBC878FB0}"/>
              </a:ext>
            </a:extLst>
          </p:cNvPr>
          <p:cNvSpPr/>
          <p:nvPr userDrawn="1"/>
        </p:nvSpPr>
        <p:spPr>
          <a:xfrm>
            <a:off x="3399790" y="609242"/>
            <a:ext cx="97804" cy="226177"/>
          </a:xfrm>
          <a:custGeom>
            <a:avLst/>
            <a:gdLst/>
            <a:ahLst/>
            <a:cxnLst/>
            <a:rect l="l" t="t" r="r" b="b"/>
            <a:pathLst>
              <a:path w="4076" h="9426" extrusionOk="0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80;p22">
            <a:extLst>
              <a:ext uri="{FF2B5EF4-FFF2-40B4-BE49-F238E27FC236}">
                <a16:creationId xmlns:a16="http://schemas.microsoft.com/office/drawing/2014/main" id="{419C0050-D885-4FD0-8474-4E8A77BA0BD3}"/>
              </a:ext>
            </a:extLst>
          </p:cNvPr>
          <p:cNvSpPr/>
          <p:nvPr userDrawn="1"/>
        </p:nvSpPr>
        <p:spPr>
          <a:xfrm>
            <a:off x="836248" y="3062035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181;p22">
            <a:extLst>
              <a:ext uri="{FF2B5EF4-FFF2-40B4-BE49-F238E27FC236}">
                <a16:creationId xmlns:a16="http://schemas.microsoft.com/office/drawing/2014/main" id="{DABB31F4-7692-46E7-93E2-A6210534B82C}"/>
              </a:ext>
            </a:extLst>
          </p:cNvPr>
          <p:cNvSpPr/>
          <p:nvPr userDrawn="1"/>
        </p:nvSpPr>
        <p:spPr>
          <a:xfrm>
            <a:off x="1248866" y="2068954"/>
            <a:ext cx="145194" cy="145194"/>
          </a:xfrm>
          <a:custGeom>
            <a:avLst/>
            <a:gdLst/>
            <a:ahLst/>
            <a:cxnLst/>
            <a:rect l="l" t="t" r="r" b="b"/>
            <a:pathLst>
              <a:path w="6051" h="6051" extrusionOk="0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182;p22">
            <a:extLst>
              <a:ext uri="{FF2B5EF4-FFF2-40B4-BE49-F238E27FC236}">
                <a16:creationId xmlns:a16="http://schemas.microsoft.com/office/drawing/2014/main" id="{6DC80DF7-A283-470E-958B-BA6D28B4BA03}"/>
              </a:ext>
            </a:extLst>
          </p:cNvPr>
          <p:cNvSpPr/>
          <p:nvPr userDrawn="1"/>
        </p:nvSpPr>
        <p:spPr>
          <a:xfrm>
            <a:off x="5674216" y="889264"/>
            <a:ext cx="143682" cy="145194"/>
          </a:xfrm>
          <a:custGeom>
            <a:avLst/>
            <a:gdLst/>
            <a:ahLst/>
            <a:cxnLst/>
            <a:rect l="l" t="t" r="r" b="b"/>
            <a:pathLst>
              <a:path w="5988" h="6051" extrusionOk="0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183;p22">
            <a:extLst>
              <a:ext uri="{FF2B5EF4-FFF2-40B4-BE49-F238E27FC236}">
                <a16:creationId xmlns:a16="http://schemas.microsoft.com/office/drawing/2014/main" id="{87C23C43-DEF9-4AC7-80F9-0A167D700754}"/>
              </a:ext>
            </a:extLst>
          </p:cNvPr>
          <p:cNvSpPr/>
          <p:nvPr userDrawn="1"/>
        </p:nvSpPr>
        <p:spPr>
          <a:xfrm>
            <a:off x="779715" y="3593021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184;p22">
            <a:extLst>
              <a:ext uri="{FF2B5EF4-FFF2-40B4-BE49-F238E27FC236}">
                <a16:creationId xmlns:a16="http://schemas.microsoft.com/office/drawing/2014/main" id="{BF67097B-31A8-4637-AD52-FD3D2949DA47}"/>
              </a:ext>
            </a:extLst>
          </p:cNvPr>
          <p:cNvSpPr/>
          <p:nvPr userDrawn="1"/>
        </p:nvSpPr>
        <p:spPr>
          <a:xfrm>
            <a:off x="1907457" y="2058252"/>
            <a:ext cx="165062" cy="166597"/>
          </a:xfrm>
          <a:custGeom>
            <a:avLst/>
            <a:gdLst/>
            <a:ahLst/>
            <a:cxnLst/>
            <a:rect l="l" t="t" r="r" b="b"/>
            <a:pathLst>
              <a:path w="6879" h="6943" extrusionOk="0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185;p22">
            <a:extLst>
              <a:ext uri="{FF2B5EF4-FFF2-40B4-BE49-F238E27FC236}">
                <a16:creationId xmlns:a16="http://schemas.microsoft.com/office/drawing/2014/main" id="{38D8A0C0-7E5C-4345-96BA-5698735FF6C0}"/>
              </a:ext>
            </a:extLst>
          </p:cNvPr>
          <p:cNvSpPr/>
          <p:nvPr userDrawn="1"/>
        </p:nvSpPr>
        <p:spPr>
          <a:xfrm>
            <a:off x="2587475" y="2076585"/>
            <a:ext cx="1453233" cy="129933"/>
          </a:xfrm>
          <a:custGeom>
            <a:avLst/>
            <a:gdLst/>
            <a:ahLst/>
            <a:cxnLst/>
            <a:rect l="l" t="t" r="r" b="b"/>
            <a:pathLst>
              <a:path w="60564" h="5415" extrusionOk="0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186;p22">
            <a:extLst>
              <a:ext uri="{FF2B5EF4-FFF2-40B4-BE49-F238E27FC236}">
                <a16:creationId xmlns:a16="http://schemas.microsoft.com/office/drawing/2014/main" id="{D9CD298C-0856-4ED9-9D81-E34204B39F8B}"/>
              </a:ext>
            </a:extLst>
          </p:cNvPr>
          <p:cNvSpPr/>
          <p:nvPr userDrawn="1"/>
        </p:nvSpPr>
        <p:spPr>
          <a:xfrm>
            <a:off x="864674" y="485812"/>
            <a:ext cx="2017116" cy="591405"/>
          </a:xfrm>
          <a:custGeom>
            <a:avLst/>
            <a:gdLst/>
            <a:ahLst/>
            <a:cxnLst/>
            <a:rect l="l" t="t" r="r" b="b"/>
            <a:pathLst>
              <a:path w="84064" h="24647" extrusionOk="0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187;p22">
            <a:extLst>
              <a:ext uri="{FF2B5EF4-FFF2-40B4-BE49-F238E27FC236}">
                <a16:creationId xmlns:a16="http://schemas.microsoft.com/office/drawing/2014/main" id="{044D03B6-6F41-4740-9A02-227C0F561003}"/>
              </a:ext>
            </a:extLst>
          </p:cNvPr>
          <p:cNvSpPr/>
          <p:nvPr userDrawn="1"/>
        </p:nvSpPr>
        <p:spPr>
          <a:xfrm>
            <a:off x="5183710" y="1155153"/>
            <a:ext cx="809903" cy="1066626"/>
          </a:xfrm>
          <a:custGeom>
            <a:avLst/>
            <a:gdLst/>
            <a:ahLst/>
            <a:cxnLst/>
            <a:rect l="l" t="t" r="r" b="b"/>
            <a:pathLst>
              <a:path w="33753" h="44452" extrusionOk="0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188;p22">
            <a:extLst>
              <a:ext uri="{FF2B5EF4-FFF2-40B4-BE49-F238E27FC236}">
                <a16:creationId xmlns:a16="http://schemas.microsoft.com/office/drawing/2014/main" id="{15D979E4-6324-446A-86BC-ECAB91132E4D}"/>
              </a:ext>
            </a:extLst>
          </p:cNvPr>
          <p:cNvSpPr/>
          <p:nvPr userDrawn="1"/>
        </p:nvSpPr>
        <p:spPr>
          <a:xfrm>
            <a:off x="329299" y="872934"/>
            <a:ext cx="129909" cy="302217"/>
          </a:xfrm>
          <a:custGeom>
            <a:avLst/>
            <a:gdLst/>
            <a:ahLst/>
            <a:cxnLst/>
            <a:rect l="l" t="t" r="r" b="b"/>
            <a:pathLst>
              <a:path w="5414" h="12595" extrusionOk="0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189;p22">
            <a:extLst>
              <a:ext uri="{FF2B5EF4-FFF2-40B4-BE49-F238E27FC236}">
                <a16:creationId xmlns:a16="http://schemas.microsoft.com/office/drawing/2014/main" id="{377410BF-A377-4E9C-A48E-8874B7901AEC}"/>
              </a:ext>
            </a:extLst>
          </p:cNvPr>
          <p:cNvSpPr/>
          <p:nvPr userDrawn="1"/>
        </p:nvSpPr>
        <p:spPr>
          <a:xfrm>
            <a:off x="1305398" y="4220514"/>
            <a:ext cx="129909" cy="302577"/>
          </a:xfrm>
          <a:custGeom>
            <a:avLst/>
            <a:gdLst/>
            <a:ahLst/>
            <a:cxnLst/>
            <a:rect l="l" t="t" r="r" b="b"/>
            <a:pathLst>
              <a:path w="5414" h="12610" extrusionOk="0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90;p22">
            <a:extLst>
              <a:ext uri="{FF2B5EF4-FFF2-40B4-BE49-F238E27FC236}">
                <a16:creationId xmlns:a16="http://schemas.microsoft.com/office/drawing/2014/main" id="{3880C548-25DE-435A-A887-A2A4B2CF328B}"/>
              </a:ext>
            </a:extLst>
          </p:cNvPr>
          <p:cNvSpPr/>
          <p:nvPr userDrawn="1"/>
        </p:nvSpPr>
        <p:spPr>
          <a:xfrm>
            <a:off x="548369" y="893607"/>
            <a:ext cx="128373" cy="302217"/>
          </a:xfrm>
          <a:custGeom>
            <a:avLst/>
            <a:gdLst/>
            <a:ahLst/>
            <a:cxnLst/>
            <a:rect l="l" t="t" r="r" b="b"/>
            <a:pathLst>
              <a:path w="5350" h="12595" extrusionOk="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191;p22">
            <a:extLst>
              <a:ext uri="{FF2B5EF4-FFF2-40B4-BE49-F238E27FC236}">
                <a16:creationId xmlns:a16="http://schemas.microsoft.com/office/drawing/2014/main" id="{8922283C-4F8B-4A03-BC1E-A36D3EE87B7C}"/>
              </a:ext>
            </a:extLst>
          </p:cNvPr>
          <p:cNvSpPr/>
          <p:nvPr userDrawn="1"/>
        </p:nvSpPr>
        <p:spPr>
          <a:xfrm>
            <a:off x="1305398" y="2564067"/>
            <a:ext cx="129909" cy="1601450"/>
          </a:xfrm>
          <a:custGeom>
            <a:avLst/>
            <a:gdLst/>
            <a:ahLst/>
            <a:cxnLst/>
            <a:rect l="l" t="t" r="r" b="b"/>
            <a:pathLst>
              <a:path w="5414" h="66741" extrusionOk="0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192;p22">
            <a:extLst>
              <a:ext uri="{FF2B5EF4-FFF2-40B4-BE49-F238E27FC236}">
                <a16:creationId xmlns:a16="http://schemas.microsoft.com/office/drawing/2014/main" id="{30CCDB49-B12F-4824-B43E-EC626474C319}"/>
              </a:ext>
            </a:extLst>
          </p:cNvPr>
          <p:cNvSpPr/>
          <p:nvPr userDrawn="1"/>
        </p:nvSpPr>
        <p:spPr>
          <a:xfrm>
            <a:off x="4984462" y="5627431"/>
            <a:ext cx="1005510" cy="152824"/>
          </a:xfrm>
          <a:custGeom>
            <a:avLst/>
            <a:gdLst/>
            <a:ahLst/>
            <a:cxnLst/>
            <a:rect l="l" t="t" r="r" b="b"/>
            <a:pathLst>
              <a:path w="41905" h="6369" extrusionOk="0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194;p22">
            <a:extLst>
              <a:ext uri="{FF2B5EF4-FFF2-40B4-BE49-F238E27FC236}">
                <a16:creationId xmlns:a16="http://schemas.microsoft.com/office/drawing/2014/main" id="{9DD44471-68A4-4ACA-814C-EDAED5B44FE4}"/>
              </a:ext>
            </a:extLst>
          </p:cNvPr>
          <p:cNvSpPr/>
          <p:nvPr userDrawn="1"/>
        </p:nvSpPr>
        <p:spPr>
          <a:xfrm>
            <a:off x="500467" y="3187121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195;p22">
            <a:extLst>
              <a:ext uri="{FF2B5EF4-FFF2-40B4-BE49-F238E27FC236}">
                <a16:creationId xmlns:a16="http://schemas.microsoft.com/office/drawing/2014/main" id="{D9D81DB1-23FA-44BD-AEA7-2F7D0AFD918B}"/>
              </a:ext>
            </a:extLst>
          </p:cNvPr>
          <p:cNvSpPr/>
          <p:nvPr userDrawn="1"/>
        </p:nvSpPr>
        <p:spPr>
          <a:xfrm>
            <a:off x="654414" y="2221211"/>
            <a:ext cx="594452" cy="129909"/>
          </a:xfrm>
          <a:custGeom>
            <a:avLst/>
            <a:gdLst/>
            <a:ahLst/>
            <a:cxnLst/>
            <a:rect l="l" t="t" r="r" b="b"/>
            <a:pathLst>
              <a:path w="24774" h="5414" extrusionOk="0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196;p22">
            <a:extLst>
              <a:ext uri="{FF2B5EF4-FFF2-40B4-BE49-F238E27FC236}">
                <a16:creationId xmlns:a16="http://schemas.microsoft.com/office/drawing/2014/main" id="{FDB3F1CC-A373-4C18-B9AA-972DF38C6D31}"/>
              </a:ext>
            </a:extLst>
          </p:cNvPr>
          <p:cNvSpPr/>
          <p:nvPr userDrawn="1"/>
        </p:nvSpPr>
        <p:spPr>
          <a:xfrm>
            <a:off x="5426683" y="4003527"/>
            <a:ext cx="169645" cy="437069"/>
          </a:xfrm>
          <a:custGeom>
            <a:avLst/>
            <a:gdLst/>
            <a:ahLst/>
            <a:cxnLst/>
            <a:rect l="l" t="t" r="r" b="b"/>
            <a:pathLst>
              <a:path w="7070" h="18215" extrusionOk="0">
                <a:moveTo>
                  <a:pt x="0" y="0"/>
                </a:moveTo>
                <a:cubicBezTo>
                  <a:pt x="0" y="2866"/>
                  <a:pt x="1911" y="4777"/>
                  <a:pt x="3503" y="6305"/>
                </a:cubicBezTo>
                <a:cubicBezTo>
                  <a:pt x="4522" y="7324"/>
                  <a:pt x="5413" y="8279"/>
                  <a:pt x="5541" y="9107"/>
                </a:cubicBezTo>
                <a:cubicBezTo>
                  <a:pt x="5413" y="9935"/>
                  <a:pt x="4522" y="10890"/>
                  <a:pt x="3503" y="11846"/>
                </a:cubicBezTo>
                <a:cubicBezTo>
                  <a:pt x="1911" y="13438"/>
                  <a:pt x="0" y="15348"/>
                  <a:pt x="0" y="18214"/>
                </a:cubicBezTo>
                <a:lnTo>
                  <a:pt x="1592" y="18214"/>
                </a:lnTo>
                <a:cubicBezTo>
                  <a:pt x="1592" y="16049"/>
                  <a:pt x="3121" y="14520"/>
                  <a:pt x="4585" y="13056"/>
                </a:cubicBezTo>
                <a:cubicBezTo>
                  <a:pt x="5859" y="11846"/>
                  <a:pt x="7005" y="10636"/>
                  <a:pt x="7069" y="9235"/>
                </a:cubicBezTo>
                <a:lnTo>
                  <a:pt x="7069" y="9107"/>
                </a:lnTo>
                <a:lnTo>
                  <a:pt x="7069" y="9044"/>
                </a:lnTo>
                <a:cubicBezTo>
                  <a:pt x="7005" y="7579"/>
                  <a:pt x="5859" y="6433"/>
                  <a:pt x="4585" y="5223"/>
                </a:cubicBezTo>
                <a:cubicBezTo>
                  <a:pt x="3121" y="3694"/>
                  <a:pt x="1592" y="2166"/>
                  <a:pt x="15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197;p22">
            <a:extLst>
              <a:ext uri="{FF2B5EF4-FFF2-40B4-BE49-F238E27FC236}">
                <a16:creationId xmlns:a16="http://schemas.microsoft.com/office/drawing/2014/main" id="{928FEE9A-1D9D-4351-8C3C-D8391D858217}"/>
              </a:ext>
            </a:extLst>
          </p:cNvPr>
          <p:cNvSpPr/>
          <p:nvPr userDrawn="1"/>
        </p:nvSpPr>
        <p:spPr>
          <a:xfrm>
            <a:off x="5613100" y="4001991"/>
            <a:ext cx="171180" cy="438605"/>
          </a:xfrm>
          <a:custGeom>
            <a:avLst/>
            <a:gdLst/>
            <a:ahLst/>
            <a:cxnLst/>
            <a:rect l="l" t="t" r="r" b="b"/>
            <a:pathLst>
              <a:path w="7134" h="18279" extrusionOk="0">
                <a:moveTo>
                  <a:pt x="5541" y="1"/>
                </a:moveTo>
                <a:cubicBezTo>
                  <a:pt x="5541" y="2230"/>
                  <a:pt x="4013" y="3758"/>
                  <a:pt x="2484" y="5223"/>
                </a:cubicBezTo>
                <a:cubicBezTo>
                  <a:pt x="1274" y="6433"/>
                  <a:pt x="128" y="7643"/>
                  <a:pt x="1" y="9044"/>
                </a:cubicBezTo>
                <a:lnTo>
                  <a:pt x="1" y="9171"/>
                </a:lnTo>
                <a:lnTo>
                  <a:pt x="1" y="9235"/>
                </a:lnTo>
                <a:cubicBezTo>
                  <a:pt x="128" y="10700"/>
                  <a:pt x="1274" y="11846"/>
                  <a:pt x="2484" y="13056"/>
                </a:cubicBezTo>
                <a:cubicBezTo>
                  <a:pt x="4013" y="14521"/>
                  <a:pt x="5541" y="16113"/>
                  <a:pt x="5541" y="18278"/>
                </a:cubicBezTo>
                <a:lnTo>
                  <a:pt x="7133" y="18278"/>
                </a:lnTo>
                <a:cubicBezTo>
                  <a:pt x="7133" y="15412"/>
                  <a:pt x="5159" y="13502"/>
                  <a:pt x="3631" y="11910"/>
                </a:cubicBezTo>
                <a:cubicBezTo>
                  <a:pt x="2612" y="10891"/>
                  <a:pt x="1656" y="9935"/>
                  <a:pt x="1593" y="9108"/>
                </a:cubicBezTo>
                <a:cubicBezTo>
                  <a:pt x="1656" y="8280"/>
                  <a:pt x="2612" y="7388"/>
                  <a:pt x="3631" y="6369"/>
                </a:cubicBezTo>
                <a:cubicBezTo>
                  <a:pt x="5223" y="4777"/>
                  <a:pt x="7133" y="2867"/>
                  <a:pt x="71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198;p22">
            <a:extLst>
              <a:ext uri="{FF2B5EF4-FFF2-40B4-BE49-F238E27FC236}">
                <a16:creationId xmlns:a16="http://schemas.microsoft.com/office/drawing/2014/main" id="{1512E770-7DE0-405C-B415-64B07C672A3D}"/>
              </a:ext>
            </a:extLst>
          </p:cNvPr>
          <p:cNvSpPr/>
          <p:nvPr userDrawn="1"/>
        </p:nvSpPr>
        <p:spPr>
          <a:xfrm>
            <a:off x="5516832" y="4090629"/>
            <a:ext cx="177275" cy="111577"/>
          </a:xfrm>
          <a:custGeom>
            <a:avLst/>
            <a:gdLst/>
            <a:ahLst/>
            <a:cxnLst/>
            <a:rect l="l" t="t" r="r" b="b"/>
            <a:pathLst>
              <a:path w="7388" h="4650" extrusionOk="0">
                <a:moveTo>
                  <a:pt x="1" y="0"/>
                </a:moveTo>
                <a:cubicBezTo>
                  <a:pt x="574" y="637"/>
                  <a:pt x="1274" y="1338"/>
                  <a:pt x="1975" y="1975"/>
                </a:cubicBezTo>
                <a:cubicBezTo>
                  <a:pt x="2548" y="2548"/>
                  <a:pt x="3057" y="3248"/>
                  <a:pt x="3439" y="4013"/>
                </a:cubicBezTo>
                <a:cubicBezTo>
                  <a:pt x="3567" y="4204"/>
                  <a:pt x="3630" y="4458"/>
                  <a:pt x="3694" y="4649"/>
                </a:cubicBezTo>
                <a:cubicBezTo>
                  <a:pt x="3694" y="4586"/>
                  <a:pt x="3758" y="4458"/>
                  <a:pt x="3758" y="4395"/>
                </a:cubicBezTo>
                <a:cubicBezTo>
                  <a:pt x="3885" y="4013"/>
                  <a:pt x="4076" y="3694"/>
                  <a:pt x="4267" y="3376"/>
                </a:cubicBezTo>
                <a:cubicBezTo>
                  <a:pt x="4713" y="2803"/>
                  <a:pt x="5159" y="2229"/>
                  <a:pt x="5668" y="1720"/>
                </a:cubicBezTo>
                <a:cubicBezTo>
                  <a:pt x="6242" y="1147"/>
                  <a:pt x="6878" y="574"/>
                  <a:pt x="73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99;p22">
            <a:extLst>
              <a:ext uri="{FF2B5EF4-FFF2-40B4-BE49-F238E27FC236}">
                <a16:creationId xmlns:a16="http://schemas.microsoft.com/office/drawing/2014/main" id="{B93C6B25-A429-4B69-802D-4AB8A151543D}"/>
              </a:ext>
            </a:extLst>
          </p:cNvPr>
          <p:cNvSpPr/>
          <p:nvPr userDrawn="1"/>
        </p:nvSpPr>
        <p:spPr>
          <a:xfrm>
            <a:off x="5605470" y="4240382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200;p22">
            <a:extLst>
              <a:ext uri="{FF2B5EF4-FFF2-40B4-BE49-F238E27FC236}">
                <a16:creationId xmlns:a16="http://schemas.microsoft.com/office/drawing/2014/main" id="{BCD9E2EB-C402-473D-B7DC-3DD76F53AA0F}"/>
              </a:ext>
            </a:extLst>
          </p:cNvPr>
          <p:cNvSpPr/>
          <p:nvPr userDrawn="1"/>
        </p:nvSpPr>
        <p:spPr>
          <a:xfrm>
            <a:off x="5388483" y="3953090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201;p22">
            <a:extLst>
              <a:ext uri="{FF2B5EF4-FFF2-40B4-BE49-F238E27FC236}">
                <a16:creationId xmlns:a16="http://schemas.microsoft.com/office/drawing/2014/main" id="{E315031F-E1A7-4C01-946B-2BF648648109}"/>
              </a:ext>
            </a:extLst>
          </p:cNvPr>
          <p:cNvSpPr/>
          <p:nvPr userDrawn="1"/>
        </p:nvSpPr>
        <p:spPr>
          <a:xfrm>
            <a:off x="5388483" y="4452786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202;p22">
            <a:extLst>
              <a:ext uri="{FF2B5EF4-FFF2-40B4-BE49-F238E27FC236}">
                <a16:creationId xmlns:a16="http://schemas.microsoft.com/office/drawing/2014/main" id="{A66B07F5-D1D3-4292-A17E-9C213A466247}"/>
              </a:ext>
            </a:extLst>
          </p:cNvPr>
          <p:cNvSpPr/>
          <p:nvPr userDrawn="1"/>
        </p:nvSpPr>
        <p:spPr>
          <a:xfrm>
            <a:off x="5510714" y="2505999"/>
            <a:ext cx="117647" cy="169645"/>
          </a:xfrm>
          <a:custGeom>
            <a:avLst/>
            <a:gdLst/>
            <a:ahLst/>
            <a:cxnLst/>
            <a:rect l="l" t="t" r="r" b="b"/>
            <a:pathLst>
              <a:path w="4903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102" name="Google Shape;203;p22">
            <a:extLst>
              <a:ext uri="{FF2B5EF4-FFF2-40B4-BE49-F238E27FC236}">
                <a16:creationId xmlns:a16="http://schemas.microsoft.com/office/drawing/2014/main" id="{1D1877A7-2741-4B71-A5D4-C1CA47233675}"/>
              </a:ext>
            </a:extLst>
          </p:cNvPr>
          <p:cNvSpPr/>
          <p:nvPr userDrawn="1"/>
        </p:nvSpPr>
        <p:spPr>
          <a:xfrm>
            <a:off x="5643670" y="2505999"/>
            <a:ext cx="132956" cy="169645"/>
          </a:xfrm>
          <a:custGeom>
            <a:avLst/>
            <a:gdLst/>
            <a:ahLst/>
            <a:cxnLst/>
            <a:rect l="l" t="t" r="r" b="b"/>
            <a:pathLst>
              <a:path w="5541" h="7070" extrusionOk="0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204;p22">
            <a:extLst>
              <a:ext uri="{FF2B5EF4-FFF2-40B4-BE49-F238E27FC236}">
                <a16:creationId xmlns:a16="http://schemas.microsoft.com/office/drawing/2014/main" id="{8471FBEF-7AC3-4F57-A790-22E6D242652C}"/>
              </a:ext>
            </a:extLst>
          </p:cNvPr>
          <p:cNvSpPr/>
          <p:nvPr userDrawn="1"/>
        </p:nvSpPr>
        <p:spPr>
          <a:xfrm>
            <a:off x="5807172" y="2505999"/>
            <a:ext cx="116160" cy="169645"/>
          </a:xfrm>
          <a:custGeom>
            <a:avLst/>
            <a:gdLst/>
            <a:ahLst/>
            <a:cxnLst/>
            <a:rect l="l" t="t" r="r" b="b"/>
            <a:pathLst>
              <a:path w="4841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205;p22">
            <a:extLst>
              <a:ext uri="{FF2B5EF4-FFF2-40B4-BE49-F238E27FC236}">
                <a16:creationId xmlns:a16="http://schemas.microsoft.com/office/drawing/2014/main" id="{6A619BC6-49CE-46A5-9B72-00C0D4269718}"/>
              </a:ext>
            </a:extLst>
          </p:cNvPr>
          <p:cNvSpPr/>
          <p:nvPr userDrawn="1"/>
        </p:nvSpPr>
        <p:spPr>
          <a:xfrm>
            <a:off x="1215249" y="1104715"/>
            <a:ext cx="88638" cy="171180"/>
          </a:xfrm>
          <a:custGeom>
            <a:avLst/>
            <a:gdLst/>
            <a:ahLst/>
            <a:cxnLst/>
            <a:rect l="l" t="t" r="r" b="b"/>
            <a:pathLst>
              <a:path w="3694" h="7134" extrusionOk="0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206;p22">
            <a:extLst>
              <a:ext uri="{FF2B5EF4-FFF2-40B4-BE49-F238E27FC236}">
                <a16:creationId xmlns:a16="http://schemas.microsoft.com/office/drawing/2014/main" id="{7E085B1B-8F3C-47CA-9897-499C67950D45}"/>
              </a:ext>
            </a:extLst>
          </p:cNvPr>
          <p:cNvSpPr/>
          <p:nvPr userDrawn="1"/>
        </p:nvSpPr>
        <p:spPr>
          <a:xfrm>
            <a:off x="1322195" y="1101668"/>
            <a:ext cx="142146" cy="175763"/>
          </a:xfrm>
          <a:custGeom>
            <a:avLst/>
            <a:gdLst/>
            <a:ahLst/>
            <a:cxnLst/>
            <a:rect l="l" t="t" r="r" b="b"/>
            <a:pathLst>
              <a:path w="5924" h="7325" extrusionOk="0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207;p22">
            <a:extLst>
              <a:ext uri="{FF2B5EF4-FFF2-40B4-BE49-F238E27FC236}">
                <a16:creationId xmlns:a16="http://schemas.microsoft.com/office/drawing/2014/main" id="{27B4FE0C-ADB1-4B2B-BBE0-5079268150AB}"/>
              </a:ext>
            </a:extLst>
          </p:cNvPr>
          <p:cNvSpPr/>
          <p:nvPr userDrawn="1"/>
        </p:nvSpPr>
        <p:spPr>
          <a:xfrm>
            <a:off x="523017" y="1624279"/>
            <a:ext cx="131445" cy="169645"/>
          </a:xfrm>
          <a:custGeom>
            <a:avLst/>
            <a:gdLst/>
            <a:ahLst/>
            <a:cxnLst/>
            <a:rect l="l" t="t" r="r" b="b"/>
            <a:pathLst>
              <a:path w="5478" h="7070" extrusionOk="0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208;p22">
            <a:extLst>
              <a:ext uri="{FF2B5EF4-FFF2-40B4-BE49-F238E27FC236}">
                <a16:creationId xmlns:a16="http://schemas.microsoft.com/office/drawing/2014/main" id="{AB06D2AB-CEDE-4CF1-9481-F71E00E3472C}"/>
              </a:ext>
            </a:extLst>
          </p:cNvPr>
          <p:cNvSpPr/>
          <p:nvPr userDrawn="1"/>
        </p:nvSpPr>
        <p:spPr>
          <a:xfrm>
            <a:off x="671234" y="1624279"/>
            <a:ext cx="134492" cy="169645"/>
          </a:xfrm>
          <a:custGeom>
            <a:avLst/>
            <a:gdLst/>
            <a:ahLst/>
            <a:cxnLst/>
            <a:rect l="l" t="t" r="r" b="b"/>
            <a:pathLst>
              <a:path w="5605" h="7070" extrusionOk="0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209;p22">
            <a:extLst>
              <a:ext uri="{FF2B5EF4-FFF2-40B4-BE49-F238E27FC236}">
                <a16:creationId xmlns:a16="http://schemas.microsoft.com/office/drawing/2014/main" id="{A7FB9BC3-B203-4449-B8AA-DD6E0D1625C7}"/>
              </a:ext>
            </a:extLst>
          </p:cNvPr>
          <p:cNvSpPr/>
          <p:nvPr userDrawn="1"/>
        </p:nvSpPr>
        <p:spPr>
          <a:xfrm>
            <a:off x="807238" y="1624279"/>
            <a:ext cx="224665" cy="169645"/>
          </a:xfrm>
          <a:custGeom>
            <a:avLst/>
            <a:gdLst/>
            <a:ahLst/>
            <a:cxnLst/>
            <a:rect l="l" t="t" r="r" b="b"/>
            <a:pathLst>
              <a:path w="9363" h="7070" extrusionOk="0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210;p22">
            <a:extLst>
              <a:ext uri="{FF2B5EF4-FFF2-40B4-BE49-F238E27FC236}">
                <a16:creationId xmlns:a16="http://schemas.microsoft.com/office/drawing/2014/main" id="{EB9F67F5-8900-42D0-8B9A-A16A761DD987}"/>
              </a:ext>
            </a:extLst>
          </p:cNvPr>
          <p:cNvSpPr/>
          <p:nvPr userDrawn="1"/>
        </p:nvSpPr>
        <p:spPr>
          <a:xfrm>
            <a:off x="1048676" y="1624279"/>
            <a:ext cx="97828" cy="169645"/>
          </a:xfrm>
          <a:custGeom>
            <a:avLst/>
            <a:gdLst/>
            <a:ahLst/>
            <a:cxnLst/>
            <a:rect l="l" t="t" r="r" b="b"/>
            <a:pathLst>
              <a:path w="4077" h="7070" extrusionOk="0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211;p22">
            <a:extLst>
              <a:ext uri="{FF2B5EF4-FFF2-40B4-BE49-F238E27FC236}">
                <a16:creationId xmlns:a16="http://schemas.microsoft.com/office/drawing/2014/main" id="{A014036E-6FDE-4FCD-A1D5-8585BFF4D621}"/>
              </a:ext>
            </a:extLst>
          </p:cNvPr>
          <p:cNvSpPr/>
          <p:nvPr userDrawn="1"/>
        </p:nvSpPr>
        <p:spPr>
          <a:xfrm>
            <a:off x="1717732" y="5596748"/>
            <a:ext cx="155896" cy="203262"/>
          </a:xfrm>
          <a:custGeom>
            <a:avLst/>
            <a:gdLst/>
            <a:ahLst/>
            <a:cxnLst/>
            <a:rect l="l" t="t" r="r" b="b"/>
            <a:pathLst>
              <a:path w="6497" h="8471" extrusionOk="0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212;p22">
            <a:extLst>
              <a:ext uri="{FF2B5EF4-FFF2-40B4-BE49-F238E27FC236}">
                <a16:creationId xmlns:a16="http://schemas.microsoft.com/office/drawing/2014/main" id="{008126DA-9546-4CD4-A714-D5A257E8D86B}"/>
              </a:ext>
            </a:extLst>
          </p:cNvPr>
          <p:cNvSpPr/>
          <p:nvPr userDrawn="1"/>
        </p:nvSpPr>
        <p:spPr>
          <a:xfrm>
            <a:off x="1890648" y="5520755"/>
            <a:ext cx="198679" cy="365252"/>
          </a:xfrm>
          <a:custGeom>
            <a:avLst/>
            <a:gdLst/>
            <a:ahLst/>
            <a:cxnLst/>
            <a:rect l="l" t="t" r="r" b="b"/>
            <a:pathLst>
              <a:path w="8280" h="15222" extrusionOk="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213;p22">
            <a:extLst>
              <a:ext uri="{FF2B5EF4-FFF2-40B4-BE49-F238E27FC236}">
                <a16:creationId xmlns:a16="http://schemas.microsoft.com/office/drawing/2014/main" id="{BA3F3D8E-1FD6-4E3D-B547-C77D2BF8016E}"/>
              </a:ext>
            </a:extLst>
          </p:cNvPr>
          <p:cNvSpPr/>
          <p:nvPr userDrawn="1"/>
        </p:nvSpPr>
        <p:spPr>
          <a:xfrm>
            <a:off x="5687759" y="4943828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Subtitle 2">
            <a:extLst>
              <a:ext uri="{FF2B5EF4-FFF2-40B4-BE49-F238E27FC236}">
                <a16:creationId xmlns:a16="http://schemas.microsoft.com/office/drawing/2014/main" id="{48ADEC56-A499-4A69-8034-6B2B87767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7013" y="3610801"/>
            <a:ext cx="5160871" cy="20462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s-CO" dirty="0"/>
          </a:p>
        </p:txBody>
      </p:sp>
      <p:sp>
        <p:nvSpPr>
          <p:cNvPr id="114" name="Google Shape;172;p22">
            <a:extLst>
              <a:ext uri="{FF2B5EF4-FFF2-40B4-BE49-F238E27FC236}">
                <a16:creationId xmlns:a16="http://schemas.microsoft.com/office/drawing/2014/main" id="{EE19FC01-4747-4E28-A8B1-48C09A0EB671}"/>
              </a:ext>
            </a:extLst>
          </p:cNvPr>
          <p:cNvSpPr/>
          <p:nvPr userDrawn="1"/>
        </p:nvSpPr>
        <p:spPr>
          <a:xfrm>
            <a:off x="4625444" y="1188835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9;p22">
            <a:extLst>
              <a:ext uri="{FF2B5EF4-FFF2-40B4-BE49-F238E27FC236}">
                <a16:creationId xmlns:a16="http://schemas.microsoft.com/office/drawing/2014/main" id="{EEA1DFAC-856C-43FE-BB61-38C1681B882C}"/>
              </a:ext>
            </a:extLst>
          </p:cNvPr>
          <p:cNvSpPr/>
          <p:nvPr userDrawn="1"/>
        </p:nvSpPr>
        <p:spPr>
          <a:xfrm>
            <a:off x="4291939" y="4811003"/>
            <a:ext cx="481596" cy="502285"/>
          </a:xfrm>
          <a:custGeom>
            <a:avLst/>
            <a:gdLst/>
            <a:ahLst/>
            <a:cxnLst/>
            <a:rect l="l" t="t" r="r" b="b"/>
            <a:pathLst>
              <a:path w="27895" h="27539" extrusionOk="0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80;p22">
            <a:extLst>
              <a:ext uri="{FF2B5EF4-FFF2-40B4-BE49-F238E27FC236}">
                <a16:creationId xmlns:a16="http://schemas.microsoft.com/office/drawing/2014/main" id="{DC0592F4-578F-44ED-A8C4-B56C69BA4295}"/>
              </a:ext>
            </a:extLst>
          </p:cNvPr>
          <p:cNvSpPr/>
          <p:nvPr userDrawn="1"/>
        </p:nvSpPr>
        <p:spPr>
          <a:xfrm>
            <a:off x="1431136" y="5007890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73;p22">
            <a:extLst>
              <a:ext uri="{FF2B5EF4-FFF2-40B4-BE49-F238E27FC236}">
                <a16:creationId xmlns:a16="http://schemas.microsoft.com/office/drawing/2014/main" id="{CFB83892-E044-4C7E-8598-00A958C8F209}"/>
              </a:ext>
            </a:extLst>
          </p:cNvPr>
          <p:cNvSpPr/>
          <p:nvPr userDrawn="1"/>
        </p:nvSpPr>
        <p:spPr>
          <a:xfrm>
            <a:off x="205067" y="238771"/>
            <a:ext cx="453865" cy="583750"/>
          </a:xfrm>
          <a:custGeom>
            <a:avLst/>
            <a:gdLst/>
            <a:ahLst/>
            <a:cxnLst/>
            <a:rect l="l" t="t" r="r" b="b"/>
            <a:pathLst>
              <a:path w="18915" h="24328" extrusionOk="0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74;p22">
            <a:extLst>
              <a:ext uri="{FF2B5EF4-FFF2-40B4-BE49-F238E27FC236}">
                <a16:creationId xmlns:a16="http://schemas.microsoft.com/office/drawing/2014/main" id="{2F12A894-9948-44A9-91C1-E5FB911F15DF}"/>
              </a:ext>
            </a:extLst>
          </p:cNvPr>
          <p:cNvSpPr/>
          <p:nvPr userDrawn="1"/>
        </p:nvSpPr>
        <p:spPr>
          <a:xfrm>
            <a:off x="281278" y="356936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75;p22">
            <a:extLst>
              <a:ext uri="{FF2B5EF4-FFF2-40B4-BE49-F238E27FC236}">
                <a16:creationId xmlns:a16="http://schemas.microsoft.com/office/drawing/2014/main" id="{A22A972F-FC81-42EA-8A3C-678473F67C30}"/>
              </a:ext>
            </a:extLst>
          </p:cNvPr>
          <p:cNvSpPr/>
          <p:nvPr userDrawn="1"/>
        </p:nvSpPr>
        <p:spPr>
          <a:xfrm>
            <a:off x="281278" y="466953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76;p22">
            <a:extLst>
              <a:ext uri="{FF2B5EF4-FFF2-40B4-BE49-F238E27FC236}">
                <a16:creationId xmlns:a16="http://schemas.microsoft.com/office/drawing/2014/main" id="{40390EFC-26E2-4B2B-BA39-C76122EF6D44}"/>
              </a:ext>
            </a:extLst>
          </p:cNvPr>
          <p:cNvSpPr/>
          <p:nvPr userDrawn="1"/>
        </p:nvSpPr>
        <p:spPr>
          <a:xfrm>
            <a:off x="288039" y="570994"/>
            <a:ext cx="212428" cy="38248"/>
          </a:xfrm>
          <a:custGeom>
            <a:avLst/>
            <a:gdLst/>
            <a:ahLst/>
            <a:cxnLst/>
            <a:rect l="l" t="t" r="r" b="b"/>
            <a:pathLst>
              <a:path w="8853" h="1594" extrusionOk="0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211;p22">
            <a:extLst>
              <a:ext uri="{FF2B5EF4-FFF2-40B4-BE49-F238E27FC236}">
                <a16:creationId xmlns:a16="http://schemas.microsoft.com/office/drawing/2014/main" id="{561227FC-7698-4B5C-A55A-88132BCF79F0}"/>
              </a:ext>
            </a:extLst>
          </p:cNvPr>
          <p:cNvSpPr/>
          <p:nvPr userDrawn="1"/>
        </p:nvSpPr>
        <p:spPr>
          <a:xfrm rot="10800000">
            <a:off x="2111763" y="5635012"/>
            <a:ext cx="155896" cy="203262"/>
          </a:xfrm>
          <a:custGeom>
            <a:avLst/>
            <a:gdLst/>
            <a:ahLst/>
            <a:cxnLst/>
            <a:rect l="l" t="t" r="r" b="b"/>
            <a:pathLst>
              <a:path w="6497" h="8471" extrusionOk="0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95;p22">
            <a:extLst>
              <a:ext uri="{FF2B5EF4-FFF2-40B4-BE49-F238E27FC236}">
                <a16:creationId xmlns:a16="http://schemas.microsoft.com/office/drawing/2014/main" id="{4E8A2C92-60B1-4FD9-A2D1-4106FE9D53F0}"/>
              </a:ext>
            </a:extLst>
          </p:cNvPr>
          <p:cNvSpPr/>
          <p:nvPr userDrawn="1"/>
        </p:nvSpPr>
        <p:spPr>
          <a:xfrm>
            <a:off x="680253" y="5665277"/>
            <a:ext cx="594452" cy="129909"/>
          </a:xfrm>
          <a:custGeom>
            <a:avLst/>
            <a:gdLst/>
            <a:ahLst/>
            <a:cxnLst/>
            <a:rect l="l" t="t" r="r" b="b"/>
            <a:pathLst>
              <a:path w="24774" h="5414" extrusionOk="0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465B5C-1731-4F09-AAA8-B309836479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826" y="703747"/>
            <a:ext cx="760976" cy="76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99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FBFF-EBB0-485D-933D-A5FF44DA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0FDD-888D-4F07-B765-6AFBF3ACA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2988E-7B0B-4116-9518-8C333865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36451-3825-4E24-B4D3-50F2A6BE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D6281-497E-4678-B45A-881F2DA4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066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4D3C-FDB6-4207-B655-B90F1460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99028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51E2-1896-4143-8C80-2EF4B560E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99028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2CF50-158F-4D9A-9463-57C7BD59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2A55F-A259-4F1E-AAAD-D849F8BC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6295-1646-4FF7-B965-99B5E8BF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175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1FAA-9B18-416E-A89E-76737899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A506-4180-40D4-82D3-F4D534102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625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919F8-6F99-4463-AD28-8865DE9B6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2176" y="1825625"/>
            <a:ext cx="47625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2BB76-A9BB-4B55-B6C3-E2109C1FF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FBFDA-7949-47AF-A348-48C7DC90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CD142-A766-4152-8354-BCA03128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250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9B02-E944-42C4-900C-93B83A61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98964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745FA-1448-4B1A-A31F-29FC186E2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637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11214-6F20-4EDC-BBFF-506C3D334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4637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269D3-A0B6-45EC-86E1-DE6BA5262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24550" y="1681163"/>
            <a:ext cx="48101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B60D14-4DC3-43CD-BCEF-55AA0ABA9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24550" y="2505075"/>
            <a:ext cx="481012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5A42E-90A9-47A6-A0F3-A4710A21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732871-1264-4AAF-8AD5-C5EB74D0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7E6D2-5102-425E-8A7D-EB24642E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306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73CD-D29A-45EE-9BE5-5D233D18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17140-AA7E-48D7-914E-0AE16CC9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7ADD5-805B-4D04-AE96-A0A0426F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B1480-0A80-46E7-86B1-FD1BC257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977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731EC-483F-47C4-9B9E-6AD0A211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5388C-1C2B-4DD5-AAD5-F1323FC6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F4970-C255-485B-AC88-2BF4CCAA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367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9FA9-F9E5-4B51-AC7A-825CAB88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CF3E-4A3A-4E20-9597-0AF998D2C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7528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BB7DD-549E-4EF9-8683-14EAE9B57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F9032-53D3-4BC3-A965-62A2EE8F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EE56A-AFF1-4768-9A93-1606830D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58B97-F550-41AD-A581-208BFAF8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8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5365-BD09-46FE-B5C6-34C55357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741B6-DC3A-4D84-8850-65CEB34A9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55148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23287-9AE5-4249-8098-D3F89F76B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CDA24-8AB6-4202-A1CA-D391744B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9BF3B-D14F-4193-881D-60875886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2660-D370-4BB4-8256-5325FDB9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53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E760-1A0B-4FDF-829A-0AF574AB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E549A-5059-43DD-BBE5-D7CFAFB66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DC0CF-6FF1-4E2C-BAB6-8404A09A1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A39D6-C254-4C3C-A49E-3573F30C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4AEAC-CBC2-4EA5-8070-F2C7C4DB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440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5EDA5C-9F6E-4491-9CC2-9B664C518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10600" y="365125"/>
            <a:ext cx="21240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575F4-620F-4A56-9FD8-E4C7E23A3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3152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7EFD-A3A6-4BAE-9673-04A39237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E512C-903A-4D5C-A119-2A65862E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B073-9520-48FB-8DA4-B088E146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7900-6BFE-48E4-B8D2-945F0A57789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267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3622D-F6EC-4C89-9006-CFAE4319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96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128D6-906B-4E76-8D6F-35AA31D5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896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7AAA1-2763-4944-AEAC-EA5EAAA54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162A-3D35-42EE-9566-FBBAD9408C19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33C8-8F37-43CC-B76A-12912F0F4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5BE3B-5A8E-4A14-BF6C-0EE63E7AD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12407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27900-6BFE-48E4-B8D2-945F0A57789F}" type="slidenum">
              <a:rPr lang="es-CO" smtClean="0"/>
              <a:t>‹#›</a:t>
            </a:fld>
            <a:endParaRPr lang="es-C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B6925-80CE-492D-87AC-A43B958391C4}"/>
              </a:ext>
            </a:extLst>
          </p:cNvPr>
          <p:cNvSpPr/>
          <p:nvPr userDrawn="1"/>
        </p:nvSpPr>
        <p:spPr>
          <a:xfrm>
            <a:off x="10868025" y="1"/>
            <a:ext cx="1066800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7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svelte.dev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8DA7-22FF-4181-9AA3-10C961193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8425" y="1122363"/>
            <a:ext cx="5068905" cy="2387600"/>
          </a:xfrm>
        </p:spPr>
        <p:txBody>
          <a:bodyPr>
            <a:normAutofit/>
          </a:bodyPr>
          <a:lstStyle/>
          <a:p>
            <a:r>
              <a:rPr lang="es-CO" sz="3200" dirty="0"/>
              <a:t>SVELT JS 2</a:t>
            </a:r>
            <a:br>
              <a:rPr lang="es-CO" sz="3200" dirty="0"/>
            </a:br>
            <a:r>
              <a:rPr lang="es-CO" sz="3200" dirty="0"/>
              <a:t>Estructura del proyecto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AD3E2-41AE-479E-8BBF-02381C25204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448424" y="3602038"/>
            <a:ext cx="5284664" cy="1655762"/>
          </a:xfrm>
        </p:spPr>
        <p:txBody>
          <a:bodyPr/>
          <a:lstStyle/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Mg. Bryan Fernandez Ebrath</a:t>
            </a:r>
          </a:p>
        </p:txBody>
      </p:sp>
    </p:spTree>
    <p:extLst>
      <p:ext uri="{BB962C8B-B14F-4D97-AF65-F5344CB8AC3E}">
        <p14:creationId xmlns:p14="http://schemas.microsoft.com/office/powerpoint/2010/main" val="115315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3B4A061-13AE-4085-875D-95EEE2FE4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34979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547E5E-A13A-489C-9593-04236C723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230000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9562144-2BAA-47EC-AFCA-21B8B9AB4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0150" y="1445419"/>
            <a:ext cx="3152775" cy="5010150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22645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9" y="1337000"/>
            <a:ext cx="6095546" cy="522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Lugar donde se construye la app.</a:t>
            </a:r>
          </a:p>
          <a:p>
            <a:pPr marL="0" indent="0">
              <a:buNone/>
            </a:pP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/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src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/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lib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recursos reutilizables en todo la app como componentes</a:t>
            </a:r>
          </a:p>
          <a:p>
            <a:pPr marL="0" indent="0">
              <a:buNone/>
            </a:pP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/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src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/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lib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enrutador de paginas</a:t>
            </a:r>
          </a:p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048539-F941-45C3-814D-A12F611F5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554" y="338137"/>
            <a:ext cx="332422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1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8" y="1337000"/>
            <a:ext cx="10001489" cy="522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 puede agregar 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Boostrap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 con el CDN</a:t>
            </a:r>
          </a:p>
          <a:p>
            <a:pPr marL="0" indent="0">
              <a:buNone/>
            </a:pP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54805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ABCA948-EB12-4D4C-8DD3-ECBEDB374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541" y="1185784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56642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5B8F006-0228-4769-8907-6F9F24F08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681086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9" y="1337000"/>
            <a:ext cx="5417452" cy="522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static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imágenes, iconos y fuentes.</a:t>
            </a: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6BA1DE-CF67-4280-9D87-286E66ED6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29" y="1337000"/>
            <a:ext cx="26670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1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8" y="1337000"/>
            <a:ext cx="10001489" cy="52270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r>
              <a:rPr lang="es-CO" b="1" dirty="0"/>
              <a:t>Personalización</a:t>
            </a:r>
            <a:r>
              <a:rPr lang="es-CO" dirty="0"/>
              <a:t> </a:t>
            </a:r>
          </a:p>
          <a:p>
            <a:pPr marL="0" indent="0">
              <a:buNone/>
            </a:pP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71421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8" y="1337000"/>
            <a:ext cx="4554423" cy="52270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 puede agregar los componentes a una carpeta llamada 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components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 dentro de la carpeta lib. </a:t>
            </a:r>
          </a:p>
          <a:p>
            <a:pPr marL="0" indent="0" algn="just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Por ejemplo, un 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Navbar</a:t>
            </a: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918937-A950-4AE1-BC14-52D5C556B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051" y="251449"/>
            <a:ext cx="269557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63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978422-6CBD-40DD-BFCA-C5940EAE5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47113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1617764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8" y="1337000"/>
            <a:ext cx="10001489" cy="522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Para agregarlo en el 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html</a:t>
            </a: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También se puede hacer un 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footer</a:t>
            </a: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2561294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9C1ADE-7404-4330-B427-A7FBDCC80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059014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1F173E4-6380-42CB-867B-AB6EFF8B6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1109809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981835F-3D60-4665-86AE-6C00B2084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122206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DA25592-BEB9-4614-96B3-F2A85E087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372760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05A2B63-F080-450F-B351-B728F17FB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1741395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8" y="1337000"/>
            <a:ext cx="10001489" cy="522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 puede colocar los componentes dentro de carpetas dentro de 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components</a:t>
            </a:r>
            <a:endParaRPr lang="es-CO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Ubicamos cada .</a:t>
            </a:r>
            <a:r>
              <a:rPr lang="es-CO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svelte</a:t>
            </a:r>
            <a:r>
              <a:rPr lang="es-CO" altLang="en-US" dirty="0">
                <a:latin typeface="Calibri" panose="020F0502020204030204" pitchFamily="34" charset="0"/>
                <a:cs typeface="Calibri" panose="020F0502020204030204" pitchFamily="34" charset="0"/>
              </a:rPr>
              <a:t> en su respectivo componente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2363729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F373EA2-D59A-4C73-BC9A-D835FA24B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39" y="1109609"/>
            <a:ext cx="8914554" cy="5067354"/>
          </a:xfrm>
        </p:spPr>
      </p:pic>
    </p:spTree>
    <p:extLst>
      <p:ext uri="{BB962C8B-B14F-4D97-AF65-F5344CB8AC3E}">
        <p14:creationId xmlns:p14="http://schemas.microsoft.com/office/powerpoint/2010/main" val="1036403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22A8616-4FB6-4D92-8676-9F469336D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Componente </a:t>
            </a:r>
            <a:r>
              <a:rPr lang="es-MX" b="1" dirty="0" err="1">
                <a:latin typeface="Calibri" panose="020F0502020204030204" pitchFamily="34" charset="0"/>
                <a:cs typeface="Calibri" panose="020F0502020204030204" pitchFamily="34" charset="0"/>
              </a:rPr>
              <a:t>Footer</a:t>
            </a:r>
            <a:endParaRPr lang="es-MX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47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B0D520A-3E2B-4BE6-B2D8-7DDC66020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Componente </a:t>
            </a:r>
            <a:r>
              <a:rPr lang="es-MX" b="1" dirty="0" err="1">
                <a:latin typeface="Calibri" panose="020F0502020204030204" pitchFamily="34" charset="0"/>
                <a:cs typeface="Calibri" panose="020F0502020204030204" pitchFamily="34" charset="0"/>
              </a:rPr>
              <a:t>Navbar</a:t>
            </a:r>
            <a:endParaRPr lang="es-MX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594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666805C-CFFB-4C70-BD27-1858779B7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estudiante</a:t>
            </a:r>
          </a:p>
        </p:txBody>
      </p:sp>
    </p:spTree>
    <p:extLst>
      <p:ext uri="{BB962C8B-B14F-4D97-AF65-F5344CB8AC3E}">
        <p14:creationId xmlns:p14="http://schemas.microsoft.com/office/powerpoint/2010/main" val="668098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4637640-F943-4FB5-ADFF-1D9159784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inicio</a:t>
            </a:r>
          </a:p>
        </p:txBody>
      </p:sp>
    </p:spTree>
    <p:extLst>
      <p:ext uri="{BB962C8B-B14F-4D97-AF65-F5344CB8AC3E}">
        <p14:creationId xmlns:p14="http://schemas.microsoft.com/office/powerpoint/2010/main" val="1188641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7308C2F-107A-4901-B78C-5507E68A6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libro</a:t>
            </a:r>
          </a:p>
        </p:txBody>
      </p:sp>
    </p:spTree>
    <p:extLst>
      <p:ext uri="{BB962C8B-B14F-4D97-AF65-F5344CB8AC3E}">
        <p14:creationId xmlns:p14="http://schemas.microsoft.com/office/powerpoint/2010/main" val="1056353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8D1405A-D96D-4F49-8BD2-593E31594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 err="1">
                <a:latin typeface="Calibri" panose="020F0502020204030204" pitchFamily="34" charset="0"/>
                <a:cs typeface="Calibri" panose="020F0502020204030204" pitchFamily="34" charset="0"/>
              </a:rPr>
              <a:t>prestamo</a:t>
            </a:r>
            <a:endParaRPr lang="es-MX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82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0553EA3-2423-4225-8087-30C21E924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s-MX" b="1" dirty="0" err="1">
                <a:latin typeface="Calibri" panose="020F0502020204030204" pitchFamily="34" charset="0"/>
                <a:cs typeface="Calibri" panose="020F0502020204030204" pitchFamily="34" charset="0"/>
              </a:rPr>
              <a:t>page.svelte</a:t>
            </a:r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 por defecto</a:t>
            </a:r>
          </a:p>
        </p:txBody>
      </p:sp>
    </p:spTree>
    <p:extLst>
      <p:ext uri="{BB962C8B-B14F-4D97-AF65-F5344CB8AC3E}">
        <p14:creationId xmlns:p14="http://schemas.microsoft.com/office/powerpoint/2010/main" val="1043496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CF61A18-1530-4959-AEE8-094E86FEA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623090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BC00512-F55B-4AEE-8B3E-19B75414F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2029924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96FD30-5961-492B-9F72-E9DCDD601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2567474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3EF7BAC-0CC8-4BD9-B34F-EA0216C2C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49" y="1336675"/>
            <a:ext cx="9293578" cy="5227638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SVELTE JS</a:t>
            </a:r>
          </a:p>
        </p:txBody>
      </p:sp>
    </p:spTree>
    <p:extLst>
      <p:ext uri="{BB962C8B-B14F-4D97-AF65-F5344CB8AC3E}">
        <p14:creationId xmlns:p14="http://schemas.microsoft.com/office/powerpoint/2010/main" val="2533931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528" y="1337000"/>
            <a:ext cx="10001489" cy="522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hlinkClick r:id="rId2"/>
              </a:rPr>
              <a:t>https://svelte.dev/</a:t>
            </a:r>
            <a:r>
              <a:rPr lang="en-US" b="1" dirty="0"/>
              <a:t> </a:t>
            </a:r>
            <a:endParaRPr lang="es-E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528" y="11437"/>
            <a:ext cx="10515600" cy="1325563"/>
          </a:xfrm>
        </p:spPr>
        <p:txBody>
          <a:bodyPr/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BIBLIOGRAFIA</a:t>
            </a:r>
          </a:p>
        </p:txBody>
      </p:sp>
    </p:spTree>
    <p:extLst>
      <p:ext uri="{BB962C8B-B14F-4D97-AF65-F5344CB8AC3E}">
        <p14:creationId xmlns:p14="http://schemas.microsoft.com/office/powerpoint/2010/main" val="3776478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8DA7-22FF-4181-9AA3-10C961193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7342" y="1594974"/>
            <a:ext cx="4219575" cy="2387600"/>
          </a:xfrm>
        </p:spPr>
        <p:txBody>
          <a:bodyPr/>
          <a:lstStyle/>
          <a:p>
            <a:r>
              <a:rPr lang="es-CO" dirty="0"/>
              <a:t>Gracias.</a:t>
            </a:r>
          </a:p>
        </p:txBody>
      </p:sp>
    </p:spTree>
    <p:extLst>
      <p:ext uri="{BB962C8B-B14F-4D97-AF65-F5344CB8AC3E}">
        <p14:creationId xmlns:p14="http://schemas.microsoft.com/office/powerpoint/2010/main" val="76011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5FF510A501847AD743A2A996A2A17" ma:contentTypeVersion="7" ma:contentTypeDescription="Create a new document." ma:contentTypeScope="" ma:versionID="470c18809a45f609fdfe2f5bac6ce14f">
  <xsd:schema xmlns:xsd="http://www.w3.org/2001/XMLSchema" xmlns:xs="http://www.w3.org/2001/XMLSchema" xmlns:p="http://schemas.microsoft.com/office/2006/metadata/properties" xmlns:ns2="56462b3f-5565-4592-9461-f454a4433949" targetNamespace="http://schemas.microsoft.com/office/2006/metadata/properties" ma:root="true" ma:fieldsID="301193b84c8e3183f0209788b5618dcf" ns2:_="">
    <xsd:import namespace="56462b3f-5565-4592-9461-f454a4433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2b3f-5565-4592-9461-f454a44339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48BDB4-8B0B-4AB8-B862-CC6EF8765A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2D8FDE-ED92-4E31-856E-1A1639F6C36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471994-BBB9-4AF0-B8BA-A8F2B591DFD5}"/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181</Words>
  <Application>Microsoft Office PowerPoint</Application>
  <PresentationFormat>Widescreen</PresentationFormat>
  <Paragraphs>54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SVELT JS 2 Estructura del proyecto 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SVELTE JS</vt:lpstr>
      <vt:lpstr>Componente Footer</vt:lpstr>
      <vt:lpstr>Componente Navbar</vt:lpstr>
      <vt:lpstr>estudiante</vt:lpstr>
      <vt:lpstr>inicio</vt:lpstr>
      <vt:lpstr>libro</vt:lpstr>
      <vt:lpstr>prestamo</vt:lpstr>
      <vt:lpstr>+page.svelte por defecto</vt:lpstr>
      <vt:lpstr>SVELTE JS</vt:lpstr>
      <vt:lpstr>SVELTE JS</vt:lpstr>
      <vt:lpstr>SVELTE JS</vt:lpstr>
      <vt:lpstr>SVELTE JS</vt:lpstr>
      <vt:lpstr>BIBLIOGRAFIA</vt:lpstr>
      <vt:lpstr>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Fernandez Ebrath</dc:creator>
  <cp:lastModifiedBy>DOC. BRYAN JOSSER FERNANDEZ EBRATH</cp:lastModifiedBy>
  <cp:revision>151</cp:revision>
  <dcterms:created xsi:type="dcterms:W3CDTF">2023-07-16T19:56:39Z</dcterms:created>
  <dcterms:modified xsi:type="dcterms:W3CDTF">2025-11-16T09:40:14Z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0x010100B8C5FF510A501847AD743A2A996A2A17</vt:lpwstr>
  </property>
</Properties>
</file>